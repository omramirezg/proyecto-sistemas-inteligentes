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4480560" cy="438912"/>
          </a:xfrm>
          <a:prstGeom prst="roundRect">
            <a:avLst/>
          </a:prstGeom>
          <a:solidFill>
            <a:srgbClr val="DE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4A4A"/>
                </a:solidFill>
                <a:latin typeface="Aptos"/>
              </a:rPr>
              <a:t>Universidad Nacional de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6583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Sistema de alertamiento prescriptivo multimodal para peletizacion industrial</a:t>
            </a:r>
          </a:p>
          <a:p>
            <a:r>
              <a:rPr sz="1700">
                <a:solidFill>
                  <a:srgbClr val="D7DFE6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2011680" cy="105156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4160520"/>
            <a:ext cx="2011680" cy="105156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160520"/>
            <a:ext cx="2011680" cy="1051560"/>
          </a:xfrm>
          <a:prstGeom prst="roundRect">
            <a:avLst/>
          </a:prstGeom>
          <a:solidFill>
            <a:srgbClr val="80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914400"/>
            <a:ext cx="3657600" cy="5394960"/>
          </a:xfrm>
          <a:prstGeom prst="roundRect">
            <a:avLst/>
          </a:prstGeom>
          <a:solidFill>
            <a:srgbClr val="EF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15568"/>
            <a:ext cx="3291840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44068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6DCE2"/>
                </a:solidFill>
                <a:latin typeface="Aptos"/>
              </a:rPr>
              <a:t>Sustentacion enfocada en codigo, funcionalidad operativa y uso real de LLMs multimodales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3" name="Picture 12" descr="unal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4A4A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80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A6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No es un chatbot; es soporte operacional de planta en tiempo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22" name="Picture 21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4A4A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4A4A4A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3" name="Picture 12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El repositorio esta desacoplado: datos, reglas, IA, TTS, Telegram y reportes.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4" name="Picture 13" descr="unal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8" name="Picture 17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809246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24" name="Picture 23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809246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Alternar slides y Antigravity: no meter demasiado codigo en PowerPoint.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8" name="Picture 17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A6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994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  <p:pic>
        <p:nvPicPr>
          <p:cNvPr id="10" name="Picture 9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554480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
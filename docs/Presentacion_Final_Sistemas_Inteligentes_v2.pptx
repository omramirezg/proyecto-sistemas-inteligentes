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48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INTELIGENTES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Monitoreo de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Peletizacion con LLM Multimodal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Prescripciones inteligentes en tiempo real mediante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Flash, RAG, RLHF, Agentic AI y Tool 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11,451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lineas de codigo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modulos 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Google Cloud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18/20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76656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del curso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| Omar | Isabela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Industrial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genericas inutiles: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"Temperatura baja, revise el equipo"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operario no sabe: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Que revisar primero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Cual es la causa probable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Que tan urgente es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fatiga de alarmas,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fuera de especificacion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DESPUES (nuestro sistema)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Prescripciones inteligentes: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temp cae a 2.3 C/min pero la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presion esta estable en 18 PSI.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 llega pero no transfiere.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trampa TD42, purgue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condensado por valvula inferior."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operario sabe EXACTAMENTE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hacer y por que.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Convertir telemetria cruda en prescripciones accionables mediante LLM multimodal + RAG + RLHF + Agentic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tecnologico: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0058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08760" y="5074920"/>
            <a:ext cx="10058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0" y="5074920"/>
            <a:ext cx="10058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Pub/Sub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11880" y="5074920"/>
            <a:ext cx="10058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5074920"/>
            <a:ext cx="10058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2B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15000" y="5074920"/>
            <a:ext cx="10058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NanoBanana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66560" y="5074920"/>
            <a:ext cx="10058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18120" y="5074920"/>
            <a:ext cx="10058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Pipeline (10 capas)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005840"/>
            <a:ext cx="457200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005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Pub/Sub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52704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27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1481328"/>
            <a:ext cx="457200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4813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Reglas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ISA-18.2 + EMA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1892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002536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002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1956816"/>
            <a:ext cx="457200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19568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19568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3x3 + Pearson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236829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7B2D8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2432304"/>
            <a:ext cx="457200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7B2D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24323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243230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+ CSV + Maestros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284378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953512"/>
            <a:ext cx="365760" cy="36576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97280" y="2907792"/>
            <a:ext cx="457200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29077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29077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adaptativo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33192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97280" y="3383280"/>
            <a:ext cx="457200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8016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Agentico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9184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+ 7 tools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37947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3904488"/>
            <a:ext cx="365760" cy="365760"/>
          </a:xfrm>
          <a:prstGeom prst="ellipse">
            <a:avLst/>
          </a:prstGeom>
          <a:solidFill>
            <a:srgbClr val="555555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97280" y="3858768"/>
            <a:ext cx="457200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0160" y="3858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91840" y="38587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paralelo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42702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43799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379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97280" y="4334256"/>
            <a:ext cx="457200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0160" y="43342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291840" y="433425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Audio+texto+foto+PDF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4360" y="47457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4855464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4855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097280" y="4809744"/>
            <a:ext cx="457200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80160" y="48097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NanoBanana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291840" y="48097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visuales con IA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94360" y="52212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53309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1097280" y="5285232"/>
            <a:ext cx="457200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80160" y="52852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Supervisor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3291840" y="52852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SMTP de cierre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943600" y="1005840"/>
            <a:ext cx="2926080" cy="4572000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65" name="Text 63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Diseno modular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126480" y="1554480"/>
            <a:ext cx="2560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es independiente.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LLM falla, el motor de reglas sigue operando.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Feature Store falla, Gemini recibe datos basicos.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Gemini falla, Gemma 2B local toma el control.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Degradacion graceful: el sistema NUNCA se cae completamente.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Fundamentacion Teorica I: RAG + RLHF + Feature Store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50292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(Lecture 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entrenamos el modelo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Conocimiento de planta se RECUPERA de YAML/CSV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225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INYECTA en el prompt en cada llamada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 fallas + 8 SOPs + 17 incidentes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actualiza editando un archivo, no reentrenando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743200" cy="5029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RLHF Liviano (Lecture 5)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Operario califica cada prescripcion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UTIL (1.0) -&gt; few-shot positivo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3225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FALSO_POSITIVO (0.0) -&gt; antipatron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7066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inyecta en el prompt automaticamente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Sistema MEJORA con cada interaccion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&gt;30% FP en 14 dias -&gt; alerta de deriva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Store (Ingenieria)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Tasa de cambio (-2.3 C/min)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Tendencia (DESCENDENTE)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3225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Matriz 3x3 (temp x presion)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7066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Correlacion Pearson (anomala)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 anomalia global (0-1)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razona con numeros, no solo estados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RAG y no Fine-tuning?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526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Datos insuficientes (~50 incidentes vs miles necesarios)  |  2) El conocimiento cambia (nuevas formulas) - RAG se actualiza sin reentrenar  |  3) Evitamos catastrophic forgetting (Lecture 10) al no modificar pesos del modelo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Fundamentacion Teorica II: Agentic AI + Multimodal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Agentico ReAct (Lecture 7)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ANALIZA la alerta + features + imagen + GIF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2004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'necesito el historial de esta maquina'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32004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22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3225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LLAMA: consultar_historial(id_maquina=301)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320040" cy="3200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98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7980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resultado y RAZONA de nuevo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320040" cy="3200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73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273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'ya tengo suficiente contexto'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320040" cy="320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prescripcion final especifica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Herramientas del Agente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13258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consultar_historial (alertas pasadas)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6550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obtener_formula_activa (limites T/P)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19842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obtener_operario_turno (quien opera)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3134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ajustar_umbral (con limites de seguridad)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64261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escalar_supervisor (cola thread-safe)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9718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registrar_accion (CSV persistente)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3009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analizar_feedback (tasa FP + deriva)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840480"/>
            <a:ext cx="3931920" cy="1371600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(Lecture 8)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206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recibe en UNA llamada: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(prompt 3000 tokens)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PNG (panel de tendencia)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 animado (30s de evolucion)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del operario (STT integrado)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del equipo (vision por computador)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4114800" cy="914400"/>
          </a:xfrm>
          <a:prstGeom prst="rect">
            <a:avLst/>
          </a:prstGeom>
          <a:solidFill>
            <a:srgbClr val="E8F4E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43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agente REAL (no logica hardcodeada)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663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DECIDE que herramientas usar, en que orden, y cuando tiene suficiente info. No hay if/else que diga 'siempre consulta historial primero'.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Resiliencia, Seguridad y Decisiones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2194560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(Lectures 9)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CERRADO: Gemini responde OK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3 fallos consecutivos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ABIERTO: Gemma 2B local (CPU)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cada 5 min prueba Gemini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SEMI-ABIERTO: 1 prueba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| exito -&gt; CERRADO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= Knowledge Distillation de Gemini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GB RAM | ~800ms | Espanol nativo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931920" cy="2194560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(Lecture 6)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3258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 prompt-injection: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Mensajes fuera de tema -&gt; rechaza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 redirige al incidente activo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hardcodeados: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Presion: 2-45 PSI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Temperatura: 40-120 C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Corriente: 0-490 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acceso a shell ni filesystem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de Ingenieria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1219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Gemini?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Unico LLM con texto+imagen+audio+GIF en UNA llamada. Prompt caching -90% costos. Gemma como fallback compatible.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RAG y no Fine-tuning?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insuficientes + conocimiento cambiante + evita catastrophic forgetting.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ISA-18.2?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Estandar industrial para alarmas. Maquinas de estado + histeresis + anti-spam evitan alarm fatigue.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que no Vector DB?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Volumen pequeno (~50 incidentes). Busqueda lineal en YAML &lt;1ms. En produccion SI migrariamos.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Conversacion Real con el Sistema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2743200" cy="4754880"/>
          </a:xfrm>
          <a:prstGeom prst="ellipse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914400"/>
            <a:ext cx="2743200" cy="4754880"/>
          </a:xfrm>
          <a:prstGeom prst="ellipse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914400"/>
            <a:ext cx="2743200" cy="4754880"/>
          </a:xfrm>
          <a:prstGeom prst="ellipse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4320" y="5852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con panel multimodal + Audio del operario con respuesta inteligente + Foto del equipo analizada por Gemini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Memoria + Resolucion + Cierre de Incidente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3200400" cy="4937760"/>
          </a:xfrm>
          <a:prstGeom prst="ellipse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097280"/>
            <a:ext cx="2743200" cy="457200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766560" y="1097280"/>
            <a:ext cx="2103120" cy="4572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0" y="1280160"/>
            <a:ext cx="1920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recuerda TODO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dicho en el incidente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Operario confirma: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"Solucionado"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cierra incidente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reanuda monitoreo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Conversacion se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 para RAG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RLHF futuro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Conceptos del Curso Implementados (18/20)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25212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Generative AI (L2)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genera prescripciones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Human-in-the-loop (L7)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Botones Telegram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 (L4)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= decoder-only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Multimodal (L8)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Texto+img+audio+GIF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Engineering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fijo/variable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LLMs (L9)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2B fallback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Engineering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Role, tono, formato JSON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K. Distillation (L4)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= destilacion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Few-shot (L4)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 del feedback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Quantization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cuantizado CPU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+ CSV inyectado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(L6)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Guardia anti off-topic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RLHF (L5)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-&gt; few-shot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Explainability (L10)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Store explicito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AI (L7)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 ReAct + 7 tools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Generation (L2,L8)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NanoBanana fichas 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Use (L7)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Calling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657600"/>
            <a:ext cx="8595360" cy="21945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 clave: Loop agentico con Tool Use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iteracion in range(max_iteraciones):  # max 5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cliente.models.generate_content(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contents=[imagen, gif, prompt],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tools=[types.Tool(function_declarations=herramientas)],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response tiene function_call: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resultado = herramientas.ejecutar(nombre, args)  # Gemini DECIDE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prescripcion_final  # Gemini termino de razonar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Monitoreo de Peletizacion con LLM Multimodal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RLHF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347472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347472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NanoBanana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397764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ISA-18.2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97764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397764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SMTP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demostracion en vivo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5486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Brayan </a:t>
            </a: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Omar </a:t>
            </a:r>
            <a:r>
              <a:rPr lang="en-US" sz="14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Laura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Colombia | Facultad de Minas | Sistemas Inteligentes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1395</Words>
  <Application>Microsoft Office PowerPoint</Application>
  <PresentationFormat>Presentación en pantalla (16:9)</PresentationFormat>
  <Paragraphs>286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Omar Ramirez</dc:creator>
  <cp:lastModifiedBy>USUARIO</cp:lastModifiedBy>
  <cp:revision>2</cp:revision>
  <dcterms:created xsi:type="dcterms:W3CDTF">2026-03-26T03:54:10Z</dcterms:created>
  <dcterms:modified xsi:type="dcterms:W3CDTF">2026-03-26T04:00:11Z</dcterms:modified>
</cp:coreProperties>
</file>
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INTELIGENTES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Monitoreo de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Peletizacion con LLM Multimodal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Prescripciones inteligentes en tiempo real mediante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Flash, RAG, RLHF, Agentic AI y Tool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11,451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lineas de codigo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Google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17/20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del curso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| Omar | Isabela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Industrial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>
              <a:gd name="adj" fmla="val 3571"/>
            </a:avLst>
          </a:prstGeom>
          <a:solidFill>
            <a:srgbClr val="FF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genericas inutiles: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"Temperatura baja, revise el equipo"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no sabe: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Que revisar primero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Cual es la causa probable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Que tan urgente 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fatiga de alarmas,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fuera de especificacion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560320"/>
          </a:xfrm>
          <a:prstGeom prst="rect">
            <a:avLst>
              <a:gd name="adj" fmla="val 3571"/>
            </a:avLst>
          </a:prstGeom>
          <a:solidFill>
            <a:srgbClr val="F0FF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DESPUES (nuestro sistema)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Prescripciones inteligentes: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temp cae a 2.3 C/min pero la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presion esta estable en 18 PSI.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 llega pero no transfiere.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trampa TD42, purgue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condensado por valvula inferior."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sabe EXACTAMENTE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hacer y por 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548640"/>
          </a:xfrm>
          <a:prstGeom prst="rect">
            <a:avLst>
              <a:gd name="adj" fmla="val 13333"/>
            </a:avLst>
          </a:prstGeom>
          <a:solidFill>
            <a:srgbClr val="F2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Convertir telemetria cruda en prescripciones accionables mediante LLM multimodal + RAG + RLHF + Agentic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tecnologico: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2B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1500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18120" y="5074920"/>
            <a:ext cx="1005840" cy="320040"/>
          </a:xfrm>
          <a:prstGeom prst="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Pipeline (8 capas)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Pub/Sub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0020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Reglas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ISA-18.2 + EMA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011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219456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3x3 + Pearson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2606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278892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+ CSV + Maestros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2004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338328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adaptativo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37947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97280" y="397764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Agentico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+ 7 tools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4389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97280" y="457200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paralelo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49834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97280" y="5166360"/>
            <a:ext cx="4572000" cy="457200"/>
          </a:xfrm>
          <a:prstGeom prst="rect">
            <a:avLst>
              <a:gd name="adj" fmla="val 10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5166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291840" y="5166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Audio+texto+foto+PDF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43600" y="1005840"/>
            <a:ext cx="2926080" cy="4572000"/>
          </a:xfrm>
          <a:prstGeom prst="rect">
            <a:avLst>
              <a:gd name="adj" fmla="val 3125"/>
            </a:avLst>
          </a:prstGeom>
          <a:solidFill>
            <a:srgbClr val="F2F6FC"/>
          </a:solidFill>
          <a:ln/>
        </p:spPr>
      </p:sp>
      <p:sp>
        <p:nvSpPr>
          <p:cNvPr id="53" name="Text 51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Diseno modular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126480" y="155448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es independiente.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LLM falla, el motor de reglas sigue operando.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Feature Store falla, Gemini recibe datos basicos.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Gemini falla, Gemma 2B local toma el control.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Degradacion graceful: el sistema NUNCA se cae completamente.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Fundamentacion Teorica I: RAG + RLHF + Feature Store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502920"/>
          </a:xfrm>
          <a:prstGeom prst="rect">
            <a:avLst>
              <a:gd name="adj" fmla="val 14545"/>
            </a:avLst>
          </a:prstGeom>
          <a:solidFill>
            <a:srgbClr val="7B2D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(Lecture 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entrenamos el modelo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Conocimiento de planta se RECUPERA de YAML/CSV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INYECTA en el prompt en cada llamada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fallas + 8 SOPs + 17 incidentes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actualiza editando un archivo, no reentrenando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743200" cy="502920"/>
          </a:xfrm>
          <a:prstGeom prst="rect">
            <a:avLst>
              <a:gd name="adj" fmla="val 14545"/>
            </a:avLst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RLHF Liviano (Lecture 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Operario califica cada prescripcion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 (1.0) -&gt; few-shot positivo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FALSO_POSITIVO (0.0) -&gt; antipatron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inyecta en el prompt automaticamente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MEJORA con cada interaccion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&gt;30% FP en 14 dias -&gt; alerta de deriva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502920"/>
          </a:xfrm>
          <a:prstGeom prst="rect">
            <a:avLst>
              <a:gd name="adj" fmla="val 14545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Store (Ingenieria)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Tasa de cambio (-2.3 C/min)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Tendencia (DESCENDENTE)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Matriz 3x3 (temp x presion)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Correlacion Pearson (anomala)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anomalia global (0-1)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razona con numeros, no solo estados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1097280"/>
          </a:xfrm>
          <a:prstGeom prst="rect">
            <a:avLst>
              <a:gd name="adj" fmla="val 6667"/>
            </a:avLst>
          </a:prstGeom>
          <a:solidFill>
            <a:srgbClr val="F2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RAG y no Fine-tuning?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Datos insuficientes (~50 incidentes vs miles necesarios)  |  2) El conocimiento cambia (nuevas formulas) - RAG se actualiza sin reentrenar  |  3) Evitamos catastrophic forgetting (Lecture 10) al no modificar pesos del modelo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Fundamentacion Teorica II: Agentic AI + Multimodal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Agentico ReAct (Lecture 7)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ANALIZA la alerta + features + imagen + GIF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2004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'necesito el historial de esta maquina'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320040" cy="320040"/>
          </a:xfrm>
          <a:prstGeom prst="rect">
            <a:avLst>
              <a:gd name="adj" fmla="val 14286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225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LLAMA: consultar_historial(id_maquina=301)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320040" cy="320040"/>
          </a:xfrm>
          <a:prstGeom prst="rect">
            <a:avLst>
              <a:gd name="adj" fmla="val 14286"/>
            </a:avLst>
          </a:pr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resultado y RAZONA de nuevo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320040" cy="320040"/>
          </a:xfrm>
          <a:prstGeom prst="rect">
            <a:avLst>
              <a:gd name="adj" fmla="val 14286"/>
            </a:avLst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'ya tengo suficiente contexto'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20040" cy="320040"/>
          </a:xfrm>
          <a:prstGeom prst="rect">
            <a:avLst>
              <a:gd name="adj" fmla="val 14286"/>
            </a:avLst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prescripcion final especifica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Herramientas del Agente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3258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consultar_historial (alertas pasadas)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655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obtener_formula_activa (limites T/P)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1984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obtener_operario_turno (quien opera)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313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ajustar_umbral (con limites de seguridad)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6426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escalar_supervisor (cola thread-safe)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registrar_accion (CSV persistente)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3009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analizar_feedback (tasa FP + deriva)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3931920" cy="1371600"/>
          </a:xfrm>
          <a:prstGeom prst="rect">
            <a:avLst>
              <a:gd name="adj" fmla="val 5333"/>
            </a:avLst>
          </a:prstGeom>
          <a:solidFill>
            <a:srgbClr val="F2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(Lecture 8)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206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recibe en UNA llamada: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(prompt 3000 tokens)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PNG (panel de tendencia)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 animado (30s de evolucion)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del operario (STT integrado)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equipo (vision por computador)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4114800" cy="914400"/>
          </a:xfrm>
          <a:prstGeom prst="rect">
            <a:avLst>
              <a:gd name="adj" fmla="val 8000"/>
            </a:avLst>
          </a:prstGeom>
          <a:solidFill>
            <a:srgbClr val="E8F4E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agente REAL (no logica hardcodeada)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DECIDE que herramientas usar, en que orden, y cuando tiene suficiente info. No hay if/else que diga 'siempre consulta historial primero'.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Resiliencia, Seguridad y Decisiones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194560"/>
          </a:xfrm>
          <a:prstGeom prst="rect">
            <a:avLst>
              <a:gd name="adj" fmla="val 4167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(Lectures 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CERRADO: Gemini responde OK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3 fallos consecutivos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ABIERTO: Gemma 2B local (CPU)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cada 5 min prueba Gemini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SEMI-ABIERTO: 1 prueba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exito -&gt; CERRADO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= Knowledge Distillation de Gemini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GB RAM | ~800ms | Espanol nativo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2194560"/>
          </a:xfrm>
          <a:prstGeom prst="rect">
            <a:avLst>
              <a:gd name="adj" fmla="val 4167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(Lecture 6)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prompt-injection: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Mensajes fuera de tema -&gt; rechaza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redirige al incidente activo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hardcodeados: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Presion: 2-45 PSI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Temperatura: 40-120 C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Corriente: 0-490 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 a shell ni filesystem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Ingenieria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Gemini?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 LLM con texto+imagen+audio+GIF en UNA llamada. Prompt caching -90% costos. Gemma como fallback compatible.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RAG y no Fine-tuning?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insuficientes + conocimiento cambiante + evita catastrophic forgetting.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ISA-18.2?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Estandar industrial para alarmas. Maquinas de estado + histeresis + anti-spam evitan alarm fatigue.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no Vector DB?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 pequeno (~50 incidentes). Busqueda lineal en YAML &lt;1ms. En produccion SI migrariamos.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Conversacion Real con el Sistema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2743200" cy="475488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743200" cy="4754880"/>
          </a:xfrm>
          <a:prstGeom prst="ellipse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2743200" cy="4754880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" y="5852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con panel multimodal + Audio del operario con respuesta inteligente + Foto del equipo analizada por Gemini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Memoria + Resolucion + Cierre de Incidente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200400" cy="493776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97280"/>
            <a:ext cx="2743200" cy="457200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6560" y="1097280"/>
            <a:ext cx="2103120" cy="4572000"/>
          </a:xfrm>
          <a:prstGeom prst="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0" y="1280160"/>
            <a:ext cx="1920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recuerda TODO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dicho en el incidente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confirma: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"Solucionado"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cierra incidente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reanuda monitoreo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 se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 para RAG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RLHF futuro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Conceptos del Curso Implementados (17/20)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164592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 (L2)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genera prescripciones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Use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Calling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= decoder-only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Botones Telegram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Engineering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fijo/variable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 (L8)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Texto+img+audio+GIF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Engineering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Role, tono, formato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LLMs (L9)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2B fallback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 del feedback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Distillation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= destilacion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CSV inyectado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Quantization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cuantizado CPU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RLHF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-&gt; few-shot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(L6)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Guardia anti off-topic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ReAct + 7 tools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 (L10)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Store explicito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657600"/>
            <a:ext cx="8595360" cy="2194560"/>
          </a:xfrm>
          <a:prstGeom prst="rect">
            <a:avLst>
              <a:gd name="adj" fmla="val 4167"/>
            </a:avLst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 clave: Loop agentico con Tool Use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iteracion in range(max_iteraciones):  # max 5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cliente.models.generate_content(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contents=[imagen, gif, prompt],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tools=[types.Tool(function_declarations=herramientas)],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response tiene function_call: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 = herramientas.ejecutar(nombre, args)  # Gemini DECIDE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prescripcion_final  # Gemini termino de razonar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Monitoreo de Peletizacion con LLM Multimodal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RLHF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347472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ISA-18.2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Fallback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1828800" cy="365760"/>
          </a:xfrm>
          <a:prstGeom prst="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demostracion en vivo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| Omar | Isabela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Omar Ramirez</dc:creator>
  <cp:lastModifiedBy>Omar Ramirez</cp:lastModifiedBy>
  <cp:revision>1</cp:revision>
  <dcterms:created xsi:type="dcterms:W3CDTF">2026-03-26T03:41:27Z</dcterms:created>
  <dcterms:modified xsi:type="dcterms:W3CDTF">2026-03-26T03:41:27Z</dcterms:modified>
</cp:coreProperties>
</file>
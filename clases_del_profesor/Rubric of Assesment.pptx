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6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1860F-25EF-6790-A4B2-8DA9CAAC6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C4921A-FD81-C57B-7891-C63A343315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2BBEAE-0792-C83B-03B5-2C66F4382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F12E-0FFE-4A95-B3EC-277076268ED7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67DAB6-15B2-379B-FC1E-8EDB69D41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236325-BCBF-5D57-733D-65A99BB3D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2A1A-426B-402B-814B-CFD4608B64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90157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FE027E-0F72-10B2-1546-9E292674D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F09C14-0754-C738-FFFD-42A7699A5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A091ED-F6C6-CF9B-89F5-21A006747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F12E-0FFE-4A95-B3EC-277076268ED7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3DD984-687A-72DC-047C-A3B21FA9A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322EA3-4C8E-09D7-BA5A-70086543E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2A1A-426B-402B-814B-CFD4608B64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5759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934FB2-5BF2-5650-9EBD-126EDB72E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FD66E8-5592-6DD1-39B5-9E9EF4377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3C541E-8769-4A2C-3A0B-332C03989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F12E-0FFE-4A95-B3EC-277076268ED7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EA69FA-5BE1-6364-EBBE-68AB59987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C14BA7-7035-22C9-3641-71822133F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2A1A-426B-402B-814B-CFD4608B64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7034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29566D-8576-1B9A-41C9-213E9D3DF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E6EBB9-488A-2D23-04EE-3B7C933716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2CE55F-3A95-4B2E-0EB3-45EE6FF58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03D1D3-1F1A-D1DD-DDAD-6D919C78C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F12E-0FFE-4A95-B3EC-277076268ED7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FA66652-4B94-2188-39F9-AF9E89A17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06F11F3-8B3D-0B1C-751F-8F6D3C59A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2A1A-426B-402B-814B-CFD4608B64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03143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911CB2-A63B-5A2D-C1DB-E057BF820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71AC18-BA7F-98CE-7FE3-589628CF55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EF29118-6C2D-E285-787A-DCA2277EC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89B8BE5-F6C9-0B0E-5306-66FF9A5257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FA19D48-41E1-5244-6C52-4B1FCF112B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EB65419-FA16-7CF5-433E-A19F01EF0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F12E-0FFE-4A95-B3EC-277076268ED7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65CF9A5-6154-2F06-61F8-18BD80A6B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EA73441-C7CC-3343-69CA-A174784FB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2A1A-426B-402B-814B-CFD4608B64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98038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ABAE89-0C95-B0A7-4087-B56994701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675A5A-519A-D51C-B931-BEF7D42BB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F12E-0FFE-4A95-B3EC-277076268ED7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D3C413C-4EBD-9413-2C81-94C2DC66D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46CB5C-005B-6796-973D-8F40C7C68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2A1A-426B-402B-814B-CFD4608B64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51572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A289722-3C15-0349-3ED7-E18BB2800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F12E-0FFE-4A95-B3EC-277076268ED7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9CA6D0B-5E9A-0EAF-6542-5F2905D2E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5B4C161-65C9-F961-12F2-1F3205B5E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2A1A-426B-402B-814B-CFD4608B64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32272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3555CC-3C46-7906-5EAE-D68B7CE5B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A3D8F8-D0A2-6C1D-C02A-4C4E2C99B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68EE964-706B-4C00-021E-FF765D1D7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3115718-5148-D1AF-0A03-7E298E098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F12E-0FFE-4A95-B3EC-277076268ED7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0D05AFF-D6F2-0650-AC7F-CFCD4CF7C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34FEDD0-4077-9BF4-0830-E8775B6F2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2A1A-426B-402B-814B-CFD4608B64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96444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06834C-4C85-EE82-80EE-7ECA8C8A4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AE2C29C-7CE0-DD42-22DE-A1CE7AB699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A4DD014-BE37-7AFD-47F6-3C7CC29F46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F70A109-63E2-BDB1-10D0-E2E4F1902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F12E-0FFE-4A95-B3EC-277076268ED7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4309545-0905-544B-07AB-691FEC43F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A29DD31-6F6F-4737-894B-EE47602EE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2A1A-426B-402B-814B-CFD4608B64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65237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BB9098-9F34-825B-A097-133603608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37417A7-572D-6C6D-A579-655FDC9446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DB925A-F7F6-E43C-06BC-075D78C78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F12E-0FFE-4A95-B3EC-277076268ED7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F1CE4C-DC93-0DF3-12D8-923D201A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64B22F-E08A-7B7E-C689-80CC2273E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2A1A-426B-402B-814B-CFD4608B64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3934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F60F3DF-93C7-4C9E-527B-98E0A492E5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2C9523-490A-D349-59B3-9BFB8C3A56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354D95-4E1E-82F4-B0DA-777EE5C32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AF12E-0FFE-4A95-B3EC-277076268ED7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61A6A9-2330-3276-2634-15F28DEB3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088655-7D77-1FAF-18CB-42633807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2A1A-426B-402B-814B-CFD4608B64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0417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CF335-365C-6B2A-C705-4398359CB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AFEFE4-A64D-1EAE-0C17-9E2A67E2E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69216C-7465-5835-8E63-A81663955F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0AF12E-0FFE-4A95-B3EC-277076268ED7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109707-0AFC-997C-1A10-BB84F2BCE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0389E9-87AC-BC16-B233-653800D63C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E32A1A-426B-402B-814B-CFD4608B647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0882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8FDC8B-751A-12CF-2795-7FC668C5F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Presentation</a:t>
            </a:r>
            <a:r>
              <a:rPr lang="es-CO" dirty="0"/>
              <a:t> </a:t>
            </a:r>
            <a:r>
              <a:rPr lang="es-CO" dirty="0" err="1"/>
              <a:t>Rubric</a:t>
            </a:r>
            <a:r>
              <a:rPr lang="es-CO" dirty="0"/>
              <a:t> </a:t>
            </a:r>
            <a:r>
              <a:rPr lang="es-CO" dirty="0" err="1"/>
              <a:t>of</a:t>
            </a:r>
            <a:r>
              <a:rPr lang="es-CO" dirty="0"/>
              <a:t> </a:t>
            </a:r>
            <a:r>
              <a:rPr lang="es-CO" dirty="0" err="1"/>
              <a:t>Assesment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A2ACB4-A643-40E6-65E5-9D16D832D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/>
              <a:t>10 min </a:t>
            </a:r>
            <a:r>
              <a:rPr lang="es-CO" dirty="0" err="1"/>
              <a:t>presentation</a:t>
            </a:r>
            <a:endParaRPr lang="es-CO" dirty="0"/>
          </a:p>
          <a:p>
            <a:r>
              <a:rPr lang="es-MX" dirty="0"/>
              <a:t>Max 5 </a:t>
            </a:r>
            <a:r>
              <a:rPr lang="es-MX" dirty="0" err="1"/>
              <a:t>slides</a:t>
            </a:r>
            <a:r>
              <a:rPr lang="es-MX" dirty="0"/>
              <a:t> in .</a:t>
            </a:r>
            <a:r>
              <a:rPr lang="es-MX" dirty="0" err="1"/>
              <a:t>pptx</a:t>
            </a:r>
            <a:endParaRPr lang="es-MX" dirty="0"/>
          </a:p>
          <a:p>
            <a:r>
              <a:rPr lang="es-MX" dirty="0"/>
              <a:t>50% </a:t>
            </a:r>
            <a:r>
              <a:rPr lang="es-MX" dirty="0" err="1"/>
              <a:t>thoretical</a:t>
            </a:r>
            <a:r>
              <a:rPr lang="es-MX" dirty="0"/>
              <a:t> </a:t>
            </a:r>
            <a:r>
              <a:rPr lang="es-MX" dirty="0" err="1"/>
              <a:t>fundamentals</a:t>
            </a:r>
            <a:endParaRPr lang="es-MX" dirty="0"/>
          </a:p>
          <a:p>
            <a:r>
              <a:rPr lang="es-MX" dirty="0"/>
              <a:t>50% </a:t>
            </a:r>
            <a:r>
              <a:rPr lang="es-MX" dirty="0" err="1"/>
              <a:t>practical</a:t>
            </a:r>
            <a:r>
              <a:rPr lang="es-MX" dirty="0"/>
              <a:t> – experimental </a:t>
            </a:r>
            <a:r>
              <a:rPr lang="es-MX" dirty="0" err="1"/>
              <a:t>or</a:t>
            </a:r>
            <a:r>
              <a:rPr lang="es-MX" dirty="0"/>
              <a:t> </a:t>
            </a:r>
            <a:r>
              <a:rPr lang="es-MX" dirty="0" err="1"/>
              <a:t>application</a:t>
            </a:r>
            <a:endParaRPr lang="es-MX" dirty="0"/>
          </a:p>
          <a:p>
            <a:endParaRPr lang="es-MX" dirty="0"/>
          </a:p>
          <a:p>
            <a:pPr marL="0" indent="0">
              <a:buNone/>
            </a:pPr>
            <a:r>
              <a:rPr lang="es-MX" dirty="0" err="1"/>
              <a:t>Deliveries</a:t>
            </a:r>
            <a:r>
              <a:rPr lang="es-MX" dirty="0"/>
              <a:t>:</a:t>
            </a:r>
          </a:p>
          <a:p>
            <a:pPr marL="0" indent="0">
              <a:buNone/>
            </a:pPr>
            <a:r>
              <a:rPr lang="es-MX" dirty="0"/>
              <a:t>- .</a:t>
            </a:r>
            <a:r>
              <a:rPr lang="es-MX" dirty="0" err="1"/>
              <a:t>pptx</a:t>
            </a:r>
            <a:r>
              <a:rPr lang="es-MX" dirty="0"/>
              <a:t>, .</a:t>
            </a:r>
            <a:r>
              <a:rPr lang="es-MX" dirty="0" err="1"/>
              <a:t>ipynb</a:t>
            </a:r>
            <a:r>
              <a:rPr lang="es-MX" dirty="0"/>
              <a:t> (</a:t>
            </a:r>
            <a:r>
              <a:rPr lang="es-MX" dirty="0" err="1"/>
              <a:t>code</a:t>
            </a:r>
            <a:r>
              <a:rPr lang="es-MX" dirty="0"/>
              <a:t>), .</a:t>
            </a:r>
            <a:r>
              <a:rPr lang="es-MX" dirty="0" err="1"/>
              <a:t>wav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243770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</Words>
  <Application>Microsoft Office PowerPoint</Application>
  <PresentationFormat>Panorámica</PresentationFormat>
  <Paragraphs>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Presentation Rubric of Assesment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Robert Ballesteros Parra</dc:creator>
  <cp:lastModifiedBy>John Robert Ballesteros Parra</cp:lastModifiedBy>
  <cp:revision>1</cp:revision>
  <dcterms:created xsi:type="dcterms:W3CDTF">2026-02-25T02:32:21Z</dcterms:created>
  <dcterms:modified xsi:type="dcterms:W3CDTF">2026-02-25T02:33:37Z</dcterms:modified>
</cp:coreProperties>
</file>
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75" r:id="rId4"/>
    <p:sldId id="273" r:id="rId5"/>
    <p:sldId id="284" r:id="rId6"/>
    <p:sldId id="276" r:id="rId7"/>
    <p:sldId id="274" r:id="rId8"/>
    <p:sldId id="283" r:id="rId9"/>
    <p:sldId id="294" r:id="rId10"/>
    <p:sldId id="295" r:id="rId11"/>
    <p:sldId id="291" r:id="rId12"/>
    <p:sldId id="293" r:id="rId13"/>
    <p:sldId id="257" r:id="rId14"/>
    <p:sldId id="281" r:id="rId15"/>
    <p:sldId id="308" r:id="rId16"/>
    <p:sldId id="309" r:id="rId17"/>
    <p:sldId id="310" r:id="rId18"/>
    <p:sldId id="311" r:id="rId19"/>
    <p:sldId id="312" r:id="rId20"/>
    <p:sldId id="313" r:id="rId21"/>
    <p:sldId id="261" r:id="rId22"/>
    <p:sldId id="262" r:id="rId23"/>
    <p:sldId id="286" r:id="rId24"/>
    <p:sldId id="258" r:id="rId25"/>
    <p:sldId id="259" r:id="rId26"/>
    <p:sldId id="260" r:id="rId27"/>
    <p:sldId id="285" r:id="rId28"/>
    <p:sldId id="282" r:id="rId29"/>
    <p:sldId id="277" r:id="rId30"/>
    <p:sldId id="278" r:id="rId31"/>
    <p:sldId id="279" r:id="rId32"/>
    <p:sldId id="280" r:id="rId33"/>
    <p:sldId id="289" r:id="rId34"/>
    <p:sldId id="288" r:id="rId35"/>
    <p:sldId id="264" r:id="rId36"/>
    <p:sldId id="287" r:id="rId37"/>
    <p:sldId id="265" r:id="rId38"/>
    <p:sldId id="290" r:id="rId39"/>
    <p:sldId id="268" r:id="rId40"/>
    <p:sldId id="269" r:id="rId41"/>
    <p:sldId id="270" r:id="rId42"/>
    <p:sldId id="271" r:id="rId43"/>
    <p:sldId id="272" r:id="rId44"/>
    <p:sldId id="298" r:id="rId45"/>
    <p:sldId id="299" r:id="rId46"/>
    <p:sldId id="300" r:id="rId47"/>
    <p:sldId id="301" r:id="rId48"/>
    <p:sldId id="302" r:id="rId49"/>
    <p:sldId id="296" r:id="rId50"/>
    <p:sldId id="297" r:id="rId51"/>
    <p:sldId id="303" r:id="rId52"/>
    <p:sldId id="304" r:id="rId53"/>
    <p:sldId id="305" r:id="rId54"/>
    <p:sldId id="306" r:id="rId55"/>
    <p:sldId id="307" r:id="rId5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54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5:26.147"/>
    </inkml:context>
    <inkml:brush xml:id="br0">
      <inkml:brushProperty name="width" value="0.05" units="cm"/>
      <inkml:brushProperty name="height" value="0.05" units="cm"/>
    </inkml:brush>
  </inkml:definitions>
  <inkml:trace contextRef="#ctx0" brushRef="#br0">2630 4817 24575,'85'-114'0,"134"-163"0,164-183-1638,141-117-5164,63-14 3811,-10 69 1306,-58 110 1286,-83 125 239,-338 232 66,157-63 0,-200 97-104,1 3 0,105-20 0,-134 33 316,1 2-1,0 1 0,0 1 0,1 1 1,-1 2-1,0 1 0,27 6 1,-36-4 38,0 0 1,-1 2-1,0 0 1,-1 1 0,0 1-1,0 0 1,0 1 0,-2 1-1,1 1 1,21 21 0,-16-12 36,-2 1 1,-1 1-1,0 0 1,-2 1 0,-1 1-1,-1 1 1,-1 0-1,-1 1 1,-2 0 0,0 1-1,7 37 1,-1 27 2434,-3 0 0,0 113 0,-6-69-1234,9-2-1305,55 218 0,-39-209-73,-17-72-16,-4 1 0,-3 0 0,-2 1 0,-4-1 0,-12 116 0,4-141 0,-2 1 0,-2-2 0,-2 1 0,-2-2 0,-3 0 0,-1-1 0,-2 0 0,-1-2 0,-41 59 0,42-74 0,-2-1 0,0-1 0,-2-2 0,-31 26 0,-114 73 0,89-67 0,-51 41 0,-51 59-515,-71 82-1548,-88 96 693,-79 63-2048,-37 0 2614,-32-29 679,-36-56 250,381-241-150,-276 92 0,283-122-210,-277 43 0,299-70-390,-1-5-1,-167-10 1,200-4 437,0-5 0,1-2 0,-113-35 1,141 30 27,1-2 0,1-2 1,2-2-1,0-3 1,1-2-1,2-2 0,-59-49 1,67 44 173,1 0 0,2-3 1,2-1-1,1-2 0,3 0 1,1-3-1,-40-82 0,42 67 260,3-1-1,3-1 1,2-1-1,4-1 1,2 0-1,2-1 0,4 0 1,2-118-1,5 155 184,1 1 1,2-1-1,1 1 0,0 0 0,3 0 0,16-46 1,-21 67-298,1 0 1,0 0 0,1 0-1,-1 1 1,1-1 0,0 1-1,0 0 1,1 0 0,-1 0-1,1 1 1,0-1 0,0 1 0,1 1-1,-1-1 1,8-3 0,-4 4 140,0 0 0,0 0 0,0 1 0,1 0 1,-1 1-1,0 0 0,1 1 0,-1 0 0,18 2 1,27 4 221,-24-3-345,0 0 0,0-2 0,44-3 0,-28-5-178,-1-1 0,0-3 0,47-18 0,133-60 0,-75 27 0,-128 54 0,14-8 0,1 3 0,0 1 0,0 2 0,64-9 0,-95 18 0,0 1 0,1 0 0,-1 0 0,1 1 0,-1 0 0,0 0 0,1 0 0,-1 0 0,0 1 0,0 1 0,0-1 0,0 1 0,9 5 0,-8-3 0,-1 0 0,1 1 0,-1 0 0,0 0 0,-1 1 0,1-1 0,-1 1 0,-1 0 0,7 13 0,0 2 0,-2 1 0,-1 0 0,-1 1 0,0 0 0,-2 0 0,3 32 0,0 149 0,-17-21 0,-44 243 0,43-369 0,-2 0 0,-23 66 0,25-96 0,-2-1 0,0 0 0,-2 0 0,0-2 0,-2 0 0,-26 31 0,20-29 0,-2-1 0,-1-1 0,-1-2 0,-2 0 0,0-2 0,-1-1 0,0-1 0,-53 23 0,73-38 0,0 0 0,0-1 0,-1-1 0,1 0 0,-1 0 0,-15 1 0,21-3 0,0 0 0,0-1 0,0 1 0,0-1 0,0 0 0,0 0 0,0 0 0,0 0 0,0-1 0,1 0 0,-1 1 0,1-1 0,-1-1 0,1 1 0,0 0 0,0-1 0,0 0 0,-4-4 0,2 1 0,0-1 0,1 1 0,-1-1 0,2 0 0,-1 0 0,1-1 0,0 1 0,-3-15 0,1 1 0,2 0 0,-1-31 0,3 10 0,2 0 0,8-44 0,38-150-470,51-63-1411,67-67 721,-91 231-218,125-173-1,-68 136 661,192-193 0,342-243-2268,189-18 1740,95 53-751,-24 113 1272,-107 142-180,-152 139 675,-549 158 224,1 5 1,149-1-1,-213 17 66,1 2-1,-1 3 1,0 2 0,75 20-1,-106-21 58,-1 2 0,0 0-1,0 1 1,-1 1-1,0 1 1,-1 1-1,0 1 1,-1 1-1,0 1 1,-2 0-1,18 18 1,-23-18 67,0 1 1,-1 0 0,-1 0 0,0 1-1,-1 0 1,-1 0 0,-1 1-1,0 0 1,-2 1 0,0 0-1,0-1 1,-2 1 0,1 24-1,-2 1-49,-3 0 0,-1-1 0,-3 1 0,-1-1-1,-14 49 1,-78 210 2748,33-136-2723,-8-4 0,-6-2 0,-142 210 0,185-318 267,-2-1 1,-2-2-1,-2-2 1,-2-2 0,-3-1-1,-1-3 1,-2-2-1,-93 56 1,18-31-441,-198 73 1,201-89-158,-176 72-607,-1044 366 583,1110-420 189,219-62 11,-39 11 29,0-3 0,-1-2 0,-61 4 0,105-13 41,1-1-1,-1 0 1,1-1 0,-1 0 0,1 0 0,-1-1-1,1 0 1,0-1 0,-12-5 0,14 5-48,1 0 0,-1-1 0,1 0 1,-1 0-1,1-1 0,0 1 0,1-1 0,-1 0 0,1 0 1,0-1-1,-6-11 0,-1-4 382,1 0-1,1-1 1,-9-31-1,-11-73 1016,11 47-1303,-5-5-19,7 27-108,-10-70-1,26 124 6,-1 1 0,1-1 0,0 0 0,0 0 0,0 0 0,0 0 0,1 0 0,-1 0 0,1 0 0,0 0 0,-1 0 0,3-4 0,-2 6 0,0-1 0,1 1 0,-1-1 0,0 1 0,1-1 0,-1 1 0,1-1 0,-1 1 0,1 0 0,0 0 0,0 0 0,-1 0 0,1 0 0,0 1 0,0-1 0,0 0 0,0 1 0,3-1 0,13-1 0,0 0 0,-1 1 0,1 1 0,0 1 0,0 0 0,0 1 0,0 1 0,-1 1 0,0 1 0,1 0 0,-2 1 0,32 16 0,-33-13 0,-1 1 0,0 0 0,0 1 0,-1 1 0,0 0 0,-1 1 0,-1 0 0,0 0 0,-1 2 0,0-1 0,-1 1 0,8 19 0,-3-2 0,-2 1 0,-1 0 0,-1 1 0,-2 0 0,5 54 0,-7-21-168,-3-1 0,-8 81-1,-3-54-504,-5 0 0,-27 100 0,-5-37-13,-72 169 0,-141 221-2783,146-348 3198,-8-5 0,-9-6 0,-255 285 0,253-334 314,-6-7 1,-5-5-1,-7-7 0,-293 181 1,293-216-206,-4-6 0,-4-7 0,-2-7 1,-241 63-1,276-98-88,-2-6-1,-168 10 1,192-29 62,-1-5 0,1-4 1,-135-24-1,163 15 7,1-4 0,1-3 0,-113-49 0,127 43-80,2-2-1,1-3 1,-92-72-1,109 74 264,2-3 0,2 0 0,1-3 0,2 0 0,1-2 0,2-1 0,2-2 0,-40-82-1,53 95 52,2-1-1,1-1 0,2 0 1,0 0-1,2 0 0,2-1 1,0 0-1,2 0 0,2 0 1,0 1-1,2-1 0,2 0 1,1 0-1,13-48 0,-7 49 110,0 1-1,2 1 0,0 0 0,2 0 1,2 2-1,0 0 0,2 1 0,0 0 1,2 2-1,1 0 0,0 2 0,2 0 1,0 2-1,38-24 0,-22 20 125,1 2 1,0 1-1,2 3 0,0 1 0,1 2 0,0 2 0,1 2 0,0 2 0,53-3 0,14 6 47,-1 5 0,182 23 0,-78 13 2447,-189-31-2331,-3-1-117,-1 1 0,1 0 0,-1 2 0,0 0 1,26 14-1,-47-21-332,0 0 0,-1 0 1,1 1-1,-1-1 0,1 0 1,-1 1-1,1-1 0,-1 0 1,1 1-1,-1-1 0,1 1 1,-1-1-1,0 0 0,1 1 1,-1-1-1,0 1 0,1-1 1,-1 1-1,0 0 0,0-1 1,1 1-1,-1-1 0,0 1 1,0-1-1,0 1 0,0 0 1,0-1-1,0 2 0,0-2 0,-1 0 0,1 0 0,0 1 0,-1-1 0,1 0 0,-1 0 1,1 0-1,-1 0 0,1 0 0,-1 0 0,1 1 0,-1-1 0,1 0 0,-1 0 0,1-1 0,-1 1 0,1 0 0,-1 0 0,1 0 0,-1 0 0,1 0 0,0 0 0,-1-1 0,1 1 0,-1 0 0,1 0 0,-1-1 0,1 1 0,0 0 0,-1 0 0,1-1 0,0 1 0,-1-1 0,1 1 0,-5-5 0,0 0 0,1 0 0,0 0 0,0 0 0,0-1 0,1 1 0,0-1 0,0 0 0,0 0 0,1 0 0,0 0 0,-3-13 0,-1-5 0,0-1 0,2 0 0,-1-26 0,3 8-194,2-1 1,2 0-1,13-75 0,9 7-839,4 1-1,56-140 0,260-498-615,238-234-1846,-38 187 1904,34 23 1,689-707 0,-593 804 26,-154 227 1147,-420 373 364,167-98 0,-240 159 102,1 0 1,1 2-1,0 1 1,0 1-1,1 2 1,33-6-1,-56 13 44,1 2 1,-1-1-1,1 1 0,0 0 0,-1 0 0,1 1 1,-1 0-1,1 0 0,-1 0 0,0 1 1,1 1-1,-1-1 0,13 8 0,-14-6-56,-1 0 0,0 0-1,0 0 1,0 1 0,0 0-1,-1 0 1,0 0 0,0 0-1,0 1 1,-1 0 0,1 0-1,-2 0 1,4 6 0,-1 4-23,0 0 0,-1 0 0,-1 0 0,2 30 0,-3 67-38,-10-4 564,-26 135 0,-41 111 783,62-296-1281,-333 1135 699,343-1186-595,-72 185 3802,61-163-3094,-1-1 0,-1-1 0,-2 0 0,-22 28 1,22-37-609,-1 0 1,0-1 0,-1-1 0,-1 0 0,-32 18-1,-119 54 390,89-50-636,-2-3 0,-107 29 0,185-63 0,-38 6 0,43-7 0,0-1 0,0 0 0,0 0 0,-1 0 0,1 0 0,0-1 0,0 1 0,-1 0 0,1-1 0,0 0 0,0 0 0,0 1 0,0-1 0,0 0 0,0-1 0,-3-1 0,5 3 0,-1 0 0,1-1 0,-1 1 0,1 0 0,0 0 0,-1-1 0,1 1 0,0 0 0,-1-1 0,1 1 0,0 0 0,-1-1 0,1 1 0,0-1 0,0 1 0,0-1 0,-1 1 0,1 0 0,0-1 0,0 1 0,0-1 0,0 1 0,0-1 0,0 1 0,0-1 0,0 1 0,0-1 0,0 1 0,0-1 0,0 1 0,0 0 0,0-1 0,0 1 0,0-1 0,1 1 0,-1-1 0,0 1 0,0-1 0,1 1 0,-1 0 0,0-1 0,0 1 0,1 0 0,-1-1 0,0 1 0,1 0 0,-1-1 0,1 1 0,-1 0 0,0 0 0,1-1 0,-1 1 0,1 0 0,-1 0 0,1 0 0,2-1 0,-1 0 0,0 0 0,1 1 0,-1-1 0,1 1 0,-1 0 0,1-1 0,-1 1 0,1 0 0,3 1 0,2 1 0,-1 0 0,0 1 0,0-1 0,-1 1 0,1 1 0,-1-1 0,1 1 0,10 9 0,-2 0 0,-1 1 0,22 26 0,-16-13 0,-1 1 0,-1 0 0,19 42 0,-9-7-192,31 108 0,-26-47-310,-5 0 0,-6 2 0,-5 0 0,-6 2 0,-5-1 0,-6 1 0,-6-1 0,-29 175 1,17-210 301,-3-1 0,-5 0 0,-39 90 0,44-131 66,-3 0 0,-1-2 0,-3 0-1,-2-2 1,-2-2 0,-56 62 0,62-81 253,0-2 0,-1-1 0,-2-1 0,0-1 1,-1-1-1,-1-2 0,0-1 0,-1-2 0,-1-1 0,0-2 0,-50 11 1,31-12-104,1-3 0,-2-1 0,1-4 0,0-1 0,-1-3 0,-102-16 0,112 10-16,1-2 0,1-2 0,-1-2 0,2-1 0,0-2 0,1-2 0,1-1 0,-42-31 0,53 31 0,0-1 0,2-1 0,1-2 0,0 0 0,2-2 0,1 0 0,1-1 0,2-2 0,0 1 0,2-2 0,-13-34 0,15 29 0,3 0 0,0-1 0,3 0 0,1-1 0,1 0 0,0-49 0,6 58 0,1 1 0,1 0 0,1-1 0,2 1 0,0 1 0,2-1 0,1 1 0,1 0 0,16-32 0,-18 45 171,1 0-1,0 1 0,1 0 1,0 0-1,1 0 0,0 2 1,1-1-1,0 1 0,1 1 1,0 0-1,20-11 0,-25 16-76,-1 0-1,1 1 1,0 0 0,1 1-1,-1 0 1,0 0 0,1 0-1,0 1 1,-1 0-1,1 1 1,-1 0 0,1 0-1,0 0 1,-1 1 0,1 0-1,-1 1 1,1-1-1,-1 2 1,0-1 0,1 1-1,-1 0 1,-1 0 0,14 9-1,-4 0-29,0 2 0,-1-1-1,-1 2 1,0 0 0,-1 1-1,-1 0 1,-1 1 0,0 0 0,-1 1-1,-1 0 1,0 1 0,10 33-1,-5-5-67,-2 1 0,-2 0 0,-3 1-1,3 57 1,-8-72 4,-2 1 0,-1-1 0,-2 0 0,-1 0 0,-1 0 0,-13 39 0,13-56 0,-1 0 0,-1-1 0,-1 0 0,0 0 0,-1-1 0,0 0 0,-1 0 0,-1-1 0,0-1 0,-1 0 0,-1 0 0,0-1 0,-1-1 0,-14 10 0,5-7 2,0-1 0,0-1-1,-1-2 1,-40 13 0,18-10-191,-88 11 1,-135-7-1284,33-22 1380,1-10 0,0-11 0,-280-66 0,432 73 92,-157-57 0,239 75 0,-16-6 0,-31-18 0,44 23 0,1 0 0,0 0 0,0-1 0,0 1 0,0-1 0,0 1 0,1-1 0,-1 0 0,1 0 0,0-1 0,0 1 0,0 0 0,0-1 0,-2-4 0,4 5 0,-1 1 0,1 0 0,0 0 0,-1-1 0,1 1 0,0 0 0,0-1 0,1 1 0,-1 0 0,0-1 0,1 1 0,-1 0 0,1 0 0,0 0 0,0-1 0,0 1 0,0 0 0,1-2 0,2-1 0,0 0 0,0 0 0,0 1 0,0 0 0,1-1 0,5-3 0,16-9 368,0 2 0,1 0 0,0 2 0,48-16 0,8 0-322,1 3 0,1 4 0,0 4 0,2 3 0,0 4 0,0 4 0,92 5 0,-142 4-46,0 1 0,0 2 0,37 10 0,-62-12 0,0 0 0,-1 1 0,1 1 0,-1 0 0,0 1 0,0 0 0,0 0 0,-1 1 0,0 0 0,0 1 0,-1 0 0,13 15 0,-18-18 0,0 1 0,-1 0 0,1-1 0,-1 2 0,0-1 0,-1 0 0,1 0 0,-1 1 0,-1-1 0,1 1 0,-1 0 0,1 10 0,-2-6 0,-1 0 0,0 0 0,0 0 0,-1 0 0,0 0 0,-1 0 0,-5 11 0,-1 0 0,0-1 0,-2-1 0,-1 0 0,0 0 0,-2-1 0,-26 29 0,21-28 0,-2-1 0,0 0 0,-2-2 0,0 0 0,-43 22 0,48-30 0,0 0 0,-1-1 0,-1-1 0,1-1 0,-1-1 0,0-1 0,0-1 0,-36 2 0,48-5 0,-1 0 0,0-1 0,1 0 0,-1 0 0,0-1 0,1 0 0,-1 0 0,1-1 0,0 0 0,0-1 0,0 0 0,1 0 0,-1-1 0,1 1 0,0-2 0,0 1 0,-9-11 0,6 4 0,0-1 0,1 0 0,1 0 0,0-1 0,1-1 0,0 1 0,1-1 0,1 0 0,-5-22 0,0-5 0,3-1 0,1 1 0,1-48 0,5 5-342,4 1 0,4-1 0,27-122 0,-7 89-342,83-213-1,14 65 408,-90 203-119,3 1 0,47-59-1,-64 96 330,0 1-1,2 1 0,0 0 0,2 2 1,0 1-1,51-30 0,-66 44 60,0 1-1,0 0 1,0 1-1,1 0 1,0 0-1,0 1 1,0 1-1,0 0 0,0 0 1,12 0-1,-17 3 32,0-1-1,0 1 0,0 0 0,0 0 0,0 1 0,0 0 1,0 0-1,-1 0 0,1 1 0,-1-1 0,1 1 0,-1 1 1,0-1-1,0 1 0,0 0 0,-1 0 0,1 0 0,-1 1 1,5 6-1,1 3 197,-1 1 0,0 0 1,-1 0-1,-1 0 0,6 18 1,22 91 488,-13-11-561,-6 2 0,-4-1 0,-5 2 0,-6-1 0,-18 170-1,5-194-146,-29 118 0,24-149 0,-2-1 0,-49 104 0,56-139 36,-1-2-1,-1 1 0,0-2 0,-2 0 0,-1-1 0,-35 34 0,44-47-27,0 0 0,-1 0 1,0-1-1,0 0 0,0-1 0,-1 0 0,0-1 1,0 0-1,0 0 0,0-1 0,-1 0 0,1-1 0,-1 0 1,0 0-1,1-2 0,-1 1 0,0-1 0,-19-3 1,19 1-9,-1-1 0,1-1 0,0 0 0,0-1 0,0 0 0,1 0 0,-1-1 0,1 0 0,1-1 0,-1-1 0,1 1 0,0-1 0,-14-17 0,7 5 0,1-1 0,1-1 0,0 0 0,2-1 0,-14-35 0,11 15-9,1 1 0,2-2 0,3 1 0,1-1 0,2-1 0,2 1 0,2-1 0,2 0 1,2 0-1,15-84 0,-9 88 6,2 0 0,2 1 0,1 0-1,2 1 1,2 0 0,1 2 0,2 0 0,2 1 0,1 1 0,2 1 0,51-55 0,-57 70-17,1 1 1,1 1-1,0 1 0,1 1 1,33-17-1,-44 27 19,1-1 0,-1 2 0,1 0 0,1 0 0,-1 1 0,0 1 0,1 0 0,-1 0 0,1 1 1,0 1-1,-1 0 0,1 1 0,17 3 0,-17-1 1,0 1 0,0 1 0,-1 0 0,1 0 0,-1 1 0,-1 1 0,1 0 0,-1 0 0,12 11 0,1 4 0,-1 0 0,39 51 0,-21-18-180,50 91-1,-19-4-179,-6 2 0,-7 4-1,-6 2 1,33 156 0,-30-24 360,-47-215 48,-2 0 0,-3 94 0,-5-135-25,-1-1 0,-1 0 0,-2 0 1,0 0-1,-2-1 0,-1 1 0,0-2 1,-2 1-1,-16 27 0,19-39-18,0-1 1,0 0-1,-1-1 0,-1 0 1,0 0-1,0-1 0,-1 0 0,0-1 1,0 0-1,-1 0 0,0-1 1,-1-1-1,0 0 0,1 0 0,-2-1 1,1-1-1,-1 0 0,1 0 1,-1-1-1,0-1 0,0-1 1,0 1-1,-1-2 0,1 0 0,0-1 1,-20-3-1,5-1-31,1-2-1,-1-1 1,2-2 0,-1 0-1,1-2 1,1-1-1,0 0 1,1-2 0,0-1-1,1-1 1,1-1 0,-20-21-1,7 3-53,2-1 0,2-1-1,1-2 1,2-1-1,2-1 1,-25-53 0,26 38 80,1-1 0,3-1 0,3 0 0,3-2 0,-10-76 0,19 95 0,3 0 0,2-1 0,1 1 0,2-1 0,2 1 0,2 0 0,2 0 0,21-67 0,-21 87 125,1 1 0,1 0 0,0 1 0,2 0 0,0 1 0,1 0 0,2 1 0,-1 0 0,25-21 0,-28 29-36,1 0-1,0 1 1,1 1-1,0 0 1,0 1 0,0 0-1,1 1 1,0 1-1,0 0 1,0 1-1,1 0 1,0 1-1,0 1 1,-1 0 0,18 1-1,-15 1-76,-1 2 1,1 0-1,-1 0 0,0 2 1,0 0-1,0 1 0,0 1 1,17 8-1,-11-2-7,0 0 1,-2 2 0,0 0-1,36 33 1,-23-13-11,-1 1 0,-3 2 1,0 1-1,-3 1 1,29 55-1,-28-40 36,-2 0 0,-2 2 0,-3 1 0,-2 1 0,-3 0 0,13 92 0,-25-111-1,-1-1 0,-2 1 0,-1 0 0,-11 61 0,7-72-20,-2 1-1,-1-1 1,-2-1 0,0 0 0,-2 0-1,-26 43 1,26-51-11,-2-1 0,0-1 1,0 0-1,-2 0 0,0-2 0,-1 0 0,0-1 1,-1-1-1,-1 0 0,0-1 0,0-1 0,-1-1 1,-32 10-1,35-14 0,-2 0 1,1-2-1,-1 0 0,1-2 1,-1 0-1,0-1 0,0 0 1,0-2-1,0 0 0,0-1 1,1-1-1,-1-1 0,1-1 1,0 0-1,0-2 0,-21-9 1,21 6-10,-1 0-1,2-2 1,-1 0 0,2 0 0,0-2 0,0 0-1,1-1 1,-23-31 0,22 23-23,1 0 1,1-1-1,1-1 0,1-1 0,1 0 1,-7-29-1,7 12-33,1-2 0,3 1 0,2-1-1,1 0 1,3 0 0,1 0 0,2 0 0,10-51 0,1 28 40,3 1 0,3 1 0,3 0 1,2 2-1,4 1 0,2 1 1,2 1-1,4 2 0,2 1 1,2 2-1,3 2 0,56-55 1,-23 42-1050,-17 25-4148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3:52.285"/>
    </inkml:context>
    <inkml:brush xml:id="br0">
      <inkml:brushProperty name="width" value="0.05" units="cm"/>
      <inkml:brushProperty name="height" value="0.05" units="cm"/>
    </inkml:brush>
  </inkml:definitions>
  <inkml:trace contextRef="#ctx0" brushRef="#br0">983 0 24575,'-388'6'0,"6"29"0,366-32 0,1-1 0,0 2 0,0 0 0,0 1 0,1 0 0,-1 1 0,-23 14 0,33-16 0,0 0 0,-1 0 0,2 0 0,-1 1 0,0-1 0,1 1 0,0 0 0,0 0 0,0 1 0,1-1 0,0 1 0,0 0 0,0 0 0,1 0 0,0 0 0,0 0 0,1 0 0,-1 1 0,1-1 0,0 1 0,1 7 0,0 1 0,1 1 0,1 0 0,1-1 0,5 21 0,24 64 0,-17-57 0,42 110 0,4 13 0,-57-150 0,2 0 0,0 0 0,1-1 0,0 0 0,18 25 0,-23-37 0,0 0 0,0 0 0,1-1 0,-1 1 0,1 0 0,0-1 0,0 0 0,0 0 0,0 0 0,0 0 0,0 0 0,1 0 0,-1-1 0,1 1 0,-1-1 0,1 0 0,-1 0 0,1-1 0,0 1 0,-1-1 0,1 0 0,0 0 0,0 0 0,-1 0 0,1-1 0,0 1 0,-1-1 0,1 0 0,-1 0 0,1 0 0,-1 0 0,5-3 0,19-11 0,-1-1 0,-1-1 0,24-20 0,-36 25 0,-1 0 0,0-1 0,12-16 0,11-13 0,-16 22 0,-1-2 0,-1 0 0,-2-1 0,0 0 0,-1-1 0,11-27 0,-16 31 0,38-95 0,-41 97 0,-1-1 0,-1 0 0,0 0 0,1-28 0,-2 26 0,0 0 0,2-1 0,0 1 0,16-38 0,-10 31 0,-8 50 0,-2 18 0,-1-8 0,1 167 0,2-158 0,1 0 0,18 74 0,-8-62 0,24 80 0,-33-120 0,2-1 0,-1 0 0,1 0 0,12 15 0,-9-13 0,-1 0 0,9 18 0,-12-19 0,11 22 0,-16-34 0,-1 1 0,1-1 0,0 0 0,0 1 0,0-1 0,0 0 0,1 0 0,-1 0 0,0 0 0,0 0 0,1 0 0,-1 0 0,1 0 0,-1-1 0,0 1 0,1 0 0,0-1 0,-1 1 0,2-1 0,-2 0-50,0 0-1,0 0 1,0 0-1,0-1 0,0 1 1,0 0-1,0-1 1,-1 1-1,1-1 1,0 1-1,0-1 0,-1 1 1,1-1-1,0 1 1,0-1-1,-1 0 1,1 1-1,-1-1 0,1 0 1,-1 0-1,1 1 1,-1-1-1,1 0 1,-1 0-1,0 0 1,1-1-1,4-13-6775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3:54.054"/>
    </inkml:context>
    <inkml:brush xml:id="br0">
      <inkml:brushProperty name="width" value="0.05" units="cm"/>
      <inkml:brushProperty name="height" value="0.05" units="cm"/>
    </inkml:brush>
  </inkml:definitions>
  <inkml:trace contextRef="#ctx0" brushRef="#br0">1 1 24575,'22'0'0,"53"0"0,58 0 0,52 4 0,21 2 0,-6 0-1090,-24-1 1090,-37-2 0,-38-1 267,-31-1-267,-33 0 0,-26-1 0,-20 0 0,-18-1 0,-13 1 823,1 0-9014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3:55.169"/>
    </inkml:context>
    <inkml:brush xml:id="br0">
      <inkml:brushProperty name="width" value="0.05" units="cm"/>
      <inkml:brushProperty name="height" value="0.05" units="cm"/>
    </inkml:brush>
  </inkml:definitions>
  <inkml:trace contextRef="#ctx0" brushRef="#br0">1 0 24575,'29'9'0,"-1"2"0,0 0 0,31 19 0,11 4 0,133 47 0,-33-13 0,-166-67 0,6 3 0,0 1 0,-1-1 0,1 1 0,-1 1 0,8 6 0,-15-10 0,0-1 0,0 1 0,0 0 0,0 0 0,-1 0 0,1 1 0,-1-1 0,1 0 0,-1 1 0,0-1 0,0 0 0,0 1 0,0 0 0,-1-1 0,1 1 0,0-1 0,-1 1 0,0 0 0,0-1 0,0 1 0,0 0 0,0-1 0,-1 1 0,0 4 0,-2 4 0,-1-1 0,-1 1 0,1-1 0,-2 0 0,-10 15 0,-12 25 0,-50 137 0,48-110 0,-3-1 0,-42 72 0,68-137 49,-1 0 0,0 0 0,-1 0-1,0-1 1,-1-1 0,-19 17 0,23-21-192,-2-1 1,1 1 0,0-1 0,-1-1-1,0 1 1,0-1 0,0 0 0,0-1 0,0 0-1,0-1 1,-16 2 0,3-3-6684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3:57.775"/>
    </inkml:context>
    <inkml:brush xml:id="br0">
      <inkml:brushProperty name="width" value="0.05" units="cm"/>
      <inkml:brushProperty name="height" value="0.05" units="cm"/>
    </inkml:brush>
  </inkml:definitions>
  <inkml:trace contextRef="#ctx0" brushRef="#br0">213 1 24575,'14'473'0,"-1"-61"0,-15-301 0,-27 185 0,-18-35 0,45-309 0,7 4 0,2 0 0,2 0 0,2 1 0,1 0 0,36-77 0,119-189 0,-166 307 0,8-13 0,0 0 0,2 0 0,-1 0 0,2 2 0,22-22 0,-30 31 0,1 0 0,0 1 0,0-1 0,0 1 0,0 1 0,0-1 0,1 1 0,-1-1 0,1 2 0,-1-1 0,1 1 0,0-1 0,0 1 0,0 1 0,0-1 0,-1 1 0,1 0 0,0 1 0,0 0 0,11 2 0,1 1 0,-5-1 0,1 1 0,-1 0 0,18 9 0,-27-12 0,-1 1 0,0 0 0,0 0 0,0 0 0,0 0 0,0 1 0,-1-1 0,1 1 0,-1-1 0,1 1 0,-1 0 0,0 0 0,0 0 0,0 0 0,-1 1 0,1-1 0,2 7 0,-2 0 0,-1-1 0,0 1 0,0 0 0,-1-1 0,0 1 0,0 0 0,-1-1 0,-1 1 0,0-1 0,-4 16 0,-6 8 0,-25 51 0,21-50 0,-69 143 0,72-153 0,-1-1 0,-1 0 0,-21 23 0,-8 13 0,31-40 0,1 0 0,0-1 0,-2 0 0,0-1 0,-29 27 0,38-40 0,-1 0 0,1 0 0,-1 0 0,1-1 0,-1 0 0,0-1 0,0 1 0,0-1 0,-1 0 0,1 0 0,0-1 0,-1 0 0,1 0 0,-1-1 0,1 0 0,-1 0 0,1 0 0,-1-1 0,1 0 0,-1 0 0,-7-2 0,4-1 0,0 0 0,0-1 0,0 1 0,0-2 0,1 0 0,-14-10 0,6 2 0,1-1 0,-20-22 0,24 23 0,2-1 0,-1 0 0,2-1 0,0 0 0,1 0 0,-11-30 0,14 25-1365,1 1-5461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3:59.066"/>
    </inkml:context>
    <inkml:brush xml:id="br0">
      <inkml:brushProperty name="width" value="0.05" units="cm"/>
      <inkml:brushProperty name="height" value="0.05" units="cm"/>
    </inkml:brush>
  </inkml:definitions>
  <inkml:trace contextRef="#ctx0" brushRef="#br0">1 1 24575,'307'23'0,"-127"-5"0,318-6 0,-426-12 0,-60-1 342,-12 1-391,0 0 0,0-1 0,0 1 1,0 0-1,0 0 0,0-1 0,0 1 0,0 0 1,0 0-1,0-1 0,0 1 0,0 0 1,0-1-1,0 1 0,0 0 0,0 0 1,0-1-1,0 1 0,0 0 0,0 0 1,-1-1-1,1 1 0,0 0 0,0 0 1,0 0-1,0-1 0,0 1 0,-1 0 1,1 0-1,0 0 0,0-1 0,-1 1 0,1 0 1,0 0-1,-12-12-6777</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00.638"/>
    </inkml:context>
    <inkml:brush xml:id="br0">
      <inkml:brushProperty name="width" value="0.05" units="cm"/>
      <inkml:brushProperty name="height" value="0.05" units="cm"/>
    </inkml:brush>
  </inkml:definitions>
  <inkml:trace contextRef="#ctx0" brushRef="#br0">0 0 24575,'15'13'0,"0"0"0,0-2 0,34 20 0,-6-4 0,-12-6 0,11 8 0,55 28 0,-81-50 0,-1 0 0,1-1 0,1 0 0,-1-1 0,1-1 0,-1-1 0,30 2 0,201-7 0,-101-2 0,-62 2 0,117 4 0,-199-2 0,-1 0 0,1 0 0,-1 0 0,0 0 0,1 1 0,-1-1 0,1 0 0,-1 1 0,0-1 0,1 1 0,-1-1 0,0 1 0,1 0 0,-1-1 0,0 1 0,0 0 0,0 0 0,1 0 0,-1 0 0,0 0 0,1 1 0,-2 0 0,0-1 0,0 0 0,0 0 0,1 0 0,-1 0 0,0 0 0,0 0 0,-1 0 0,1 1 0,0-1 0,0 0 0,0 0 0,-1 0 0,1 0 0,-1 0 0,1 0 0,-1 0 0,1 0 0,-1 0 0,-1 1 0,-2 4 0,-1-1 0,1 0 0,-1 0 0,-1 0 0,1-1 0,-1 1 0,-7 4 0,-4-2 0,1-1 0,-1 0 0,-1-1 0,1 0 0,-24 2 0,-22 6 0,-163 58 0,174-53 0,-1-3 0,-77 12 0,93-23 0,31-5 0,-1 1 0,1 1 0,0-1 0,0 1 0,-1 0 0,1 1 0,0 0 0,0 0 0,0 0 0,0 0 0,0 1 0,1 0 0,-1 0 0,1 1 0,-6 4 0,-63 77 0,63-73 0,1 0 0,0 1 0,1 0 0,0 0 0,1 1 0,0 0 0,2 1 0,-1-1 0,2 1 0,-6 22 0,-12 27-1365,18-45-5461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01.765"/>
    </inkml:context>
    <inkml:brush xml:id="br0">
      <inkml:brushProperty name="width" value="0.05" units="cm"/>
      <inkml:brushProperty name="height" value="0.05" units="cm"/>
    </inkml:brush>
  </inkml:definitions>
  <inkml:trace contextRef="#ctx0" brushRef="#br0">1 1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03.303"/>
    </inkml:context>
    <inkml:brush xml:id="br0">
      <inkml:brushProperty name="width" value="0.05" units="cm"/>
      <inkml:brushProperty name="height" value="0.05" units="cm"/>
    </inkml:brush>
  </inkml:definitions>
  <inkml:trace contextRef="#ctx0" brushRef="#br0">1 62 24575,'425'0'0,"-414"-1"-114,-1 0 1,0 0-1,0-1 0,0-1 0,0 0 1,0 0-1,-1-1 0,1 0 0,-1-1 1,0 0-1,15-10 0,-2 1-6712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04.633"/>
    </inkml:context>
    <inkml:brush xml:id="br0">
      <inkml:brushProperty name="width" value="0.05" units="cm"/>
      <inkml:brushProperty name="height" value="0.05" units="cm"/>
    </inkml:brush>
  </inkml:definitions>
  <inkml:trace contextRef="#ctx0" brushRef="#br0">0 0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05.259"/>
    </inkml:context>
    <inkml:brush xml:id="br0">
      <inkml:brushProperty name="width" value="0.05" units="cm"/>
      <inkml:brushProperty name="height" value="0.05" units="cm"/>
    </inkml:brush>
  </inkml:definitions>
  <inkml:trace contextRef="#ctx0" brushRef="#br0">957 28 24575,'-99'0'0,"-114"-15"0,97 5 0,-181 7 0,144 6 0,86-3-1365,56 0-5461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06.521"/>
    </inkml:context>
    <inkml:brush xml:id="br0">
      <inkml:brushProperty name="width" value="0.05" units="cm"/>
      <inkml:brushProperty name="height" value="0.05" units="cm"/>
    </inkml:brush>
  </inkml:definitions>
  <inkml:trace contextRef="#ctx0" brushRef="#br0">1 161 24575,'40'-3'0,"1"-1"0,0-2 0,53-15 0,-26 6 0,1 0 0,40-9 0,1 4 0,113-4 0,-49 9 0,-73 4 0,-18 8-1365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07.611"/>
    </inkml:context>
    <inkml:brush xml:id="br0">
      <inkml:brushProperty name="width" value="0.05" units="cm"/>
      <inkml:brushProperty name="height" value="0.05" units="cm"/>
    </inkml:brush>
  </inkml:definitions>
  <inkml:trace contextRef="#ctx0" brushRef="#br0">1 1 24575,'27'635'-389,"0"23"-20,-29-622 618,1-25-91,0-1 0,1 0 0,0 1-1,3 18 1,2-35-118,-1-9 0,6-75-1365,-7 37-5461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09.254"/>
    </inkml:context>
    <inkml:brush xml:id="br0">
      <inkml:brushProperty name="width" value="0.05" units="cm"/>
      <inkml:brushProperty name="height" value="0.05" units="cm"/>
    </inkml:brush>
  </inkml:definitions>
  <inkml:trace contextRef="#ctx0" brushRef="#br0">402 20 24575,'-18'1'0,"1"1"0,0 1 0,0 0 0,-33 13 0,12-5 0,25-7 0,-6 0 0,1 2 0,0-1 0,0 2 0,0 1 0,1 0 0,-21 14 0,34-19 0,0 1 0,0 0 0,1 0 0,0 0 0,0 0 0,0 0 0,0 1 0,-2 6 0,-16 43 0,10-26 0,6-12 0,1-1 0,0 0 0,1 1 0,0 0 0,2-1 0,-1 31 0,3-24 0,1 1 0,1-1 0,1 0 0,8 27 0,-11-45 0,0-1 0,1 1 0,0-1 0,0 0 0,0 0 0,0 0 0,0 0 0,1 0 0,-1 0 0,1 0 0,0-1 0,0 1 0,-1-1 0,2 0 0,-1 0 0,0 0 0,0 0 0,1-1 0,-1 1 0,1-1 0,-1 0 0,1 0 0,0 0 0,-1-1 0,1 1 0,6-1 0,4 1 0,0-1 0,0-1 0,0 0 0,0-1 0,27-7 0,-3-4 0,0-1 0,-1-1 0,-1-3 0,0-1 0,-1-1 0,-2-2 0,0-1 0,41-39 0,-60 49 0,0 0 0,-1-1 0,-1-1 0,0 0 0,-1 0 0,10-20 0,-16 24 0,0 0 0,-1 0 0,0 0 0,0-1 0,-1 1 0,-1-1 0,0 0 0,-1 0 0,0 0 0,-1-23 0,-9-57 0,9 173 0,-2-21 0,3 298 0,-2-353-114,1 0 1,1 0-1,-1 1 0,1-1 0,0 0 1,0 0-1,0 0 0,1 0 0,0 0 1,0 0-1,3 6 0,7 5-6712</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10.302"/>
    </inkml:context>
    <inkml:brush xml:id="br0">
      <inkml:brushProperty name="width" value="0.05" units="cm"/>
      <inkml:brushProperty name="height" value="0.05" units="cm"/>
    </inkml:brush>
  </inkml:definitions>
  <inkml:trace contextRef="#ctx0" brushRef="#br0">1 1 24575,'3'54'0,"2"0"0,17 75 0,-9-61 0,10 52 0,6-2 0,50 132 0,44 124 0,-98-276 0,23 190 0,-45-249-682,-3 47-1,-1-66-6143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11.436"/>
    </inkml:context>
    <inkml:brush xml:id="br0">
      <inkml:brushProperty name="width" value="0.05" units="cm"/>
      <inkml:brushProperty name="height" value="0.05" units="cm"/>
    </inkml:brush>
  </inkml:definitions>
  <inkml:trace contextRef="#ctx0" brushRef="#br0">1 110 24575,'4'0'0,"16"0"0,8 0 0,4 0 0,2 0 0,3 0 0,0-5 0,-1-1 0,-3 1 0,-3 0 0,-5-3 0,-13 0 0,-7-3 0,-10-4 0,-8-1 0,-7 0 0,1 1-8191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12.739"/>
    </inkml:context>
    <inkml:brush xml:id="br0">
      <inkml:brushProperty name="width" value="0.05" units="cm"/>
      <inkml:brushProperty name="height" value="0.05" units="cm"/>
    </inkml:brush>
  </inkml:definitions>
  <inkml:trace contextRef="#ctx0" brushRef="#br0">0 0 24575,'388'0'0,"-384"2"0,-8 3 0,-13 7 0,14-9 0,-27 18 0,0 2 0,2 2 0,-41 43 0,66-64-114,0 0 1,0-1-1,0 1 0,-1-1 0,0 0 1,1 0-1,-1 0 0,0-1 0,-1 1 1,1-1-1,-8 3 0,-1-3-6712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13.969"/>
    </inkml:context>
    <inkml:brush xml:id="br0">
      <inkml:brushProperty name="width" value="0.05" units="cm"/>
      <inkml:brushProperty name="height" value="0.05" units="cm"/>
    </inkml:brush>
  </inkml:definitions>
  <inkml:trace contextRef="#ctx0" brushRef="#br0">55 1 24575,'-27'405'0,"0"20"0,40-239 0,-1-33 0,-9 336 92,-4-307-1549,1-194-5369</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15.303"/>
    </inkml:context>
    <inkml:brush xml:id="br0">
      <inkml:brushProperty name="width" value="0.05" units="cm"/>
      <inkml:brushProperty name="height" value="0.05" units="cm"/>
    </inkml:brush>
  </inkml:definitions>
  <inkml:trace contextRef="#ctx0" brushRef="#br0">0 0 24575,'16'638'0,"-5"-298"0,-10 72 175,-2-222-1715,1-180-5286</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16.621"/>
    </inkml:context>
    <inkml:brush xml:id="br0">
      <inkml:brushProperty name="width" value="0.05" units="cm"/>
      <inkml:brushProperty name="height" value="0.05" units="cm"/>
    </inkml:brush>
  </inkml:definitions>
  <inkml:trace contextRef="#ctx0" brushRef="#br0">1 0 24575,'12'401'0,"-1"-100"0,-10-19 0,2 49 0,44 106 0,-14-200 0,-22-164 0,-5-44 0,3 52 0,-9-81 0,-1 25 0,-1-14 0,2-11 0,0 0 0,0 0 0,0 0 0,0 0 0,0 0 0,0 0 0,0 0 0,0 1 0,0-1 0,-1 0 0,1 0 0,0 0 0,0 0 0,0 0 0,0 0 0,0 0 0,0 0 0,0 0 0,0 0 0,-1 0 0,1 0 0,0 0 0,0 0 0,0 0 0,0 0 0,0 0 0,0 0 0,0 0 0,0 0 0,-1 0 0,1 0 0,0 0 0,0-1 0,0 1 0,0 0 0,0 0 0,0 0 0,0 0 0,0 0 0,0 0 0,0 0 0,-1 0 0,1 0 0,0 0 0,0 0 0,0-1 0,0 1 0,0 0 0,0 0 0,0 0 0,0 0 0,0 0 0,0 0 0,0 0 0,0 0 0,0-1 0,0 1 0,0 0 0,0 0 0,0 0 0,0 0 0,0 0 0,0 0 0,0 0 0,0-1 0,-14-35-1365,-3-14-5461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17.622"/>
    </inkml:context>
    <inkml:brush xml:id="br0">
      <inkml:brushProperty name="width" value="0.05" units="cm"/>
      <inkml:brushProperty name="height" value="0.05" units="cm"/>
    </inkml:brush>
  </inkml:definitions>
  <inkml:trace contextRef="#ctx0" brushRef="#br0">1 0 24575,'3'278'0,"44"310"0,-6-340 0,-4-31 0,-33-171 0,-1-1 0,-6 62 0,1-55 0,4 61 0,1-99 342,-3-13-370,0-1 0,0 0 0,0 0 0,0 0 0,0 1 0,0-1 0,0 0 0,0 0 0,0 0 0,0 1 0,0-1 0,0 0 0,0 0 0,0 0 0,0 0 0,0 1 0,0-1 0,0 0 0,1 0 0,-1 0 0,0 0 0,0 1 0,0-1 0,0 0 0,0 0 0,0 0 0,0 0 0,1 0 0,-1 1 0,0-1 0,0 0 0,0 0 0,0 0 0,1 0 0,-1 0 0,0 0 0,0 0 0,0 0 0,1 0 0,-1 0 0,0 0 1,0 0-1,0 0 0,0 0 0,1 0 0,-1 0 0,0 0 0,0 0 0,0 0 0,1 0 0,-1 0 0,0 0 0,0 0 0,0 0 0,0 0 0,1 0 0,-1 0 0,0-1 0,0 1 0,0 0 0,6-12-6798</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19.497"/>
    </inkml:context>
    <inkml:brush xml:id="br0">
      <inkml:brushProperty name="width" value="0.05" units="cm"/>
      <inkml:brushProperty name="height" value="0.05" units="cm"/>
    </inkml:brush>
  </inkml:definitions>
  <inkml:trace contextRef="#ctx0" brushRef="#br0">23 1 24575,'35'558'-618,"-15"-337"247,4 409 1360,-24-541-989,0-96 0,10-238 0,5 148 0,4 1 0,4 0 0,55-145 0,-69 219 0,0 1 0,1 0 0,24-37 0,-30 52 0,0 1 0,1 0 0,-1 0 0,1 0 0,0 0 0,1 1 0,-1 0 0,1 0 0,-1 0 0,1 1 0,0 0 0,1 0 0,-1 1 0,0-1 0,1 2 0,-1-1 0,11-1 0,14 0 0,0 2 0,1 2 0,34 4 0,-62-5 0,-1 1 0,1 0 0,0 0 0,-1 0 0,1 0 0,-1 0 0,1 1 0,-1 0 0,0-1 0,0 1 0,0 0 0,0 1 0,0-1 0,0 1 0,0-1 0,-1 1 0,1 0 0,-1 0 0,0 0 0,0 0 0,0 0 0,0 0 0,0 1 0,-1-1 0,0 1 0,1-1 0,-1 1 0,0 4 0,2 10 0,0 0 0,-2 0 0,0 1 0,-3 27 0,1-20 0,-1-4 0,-1 1 0,0-1 0,-2 0 0,0 0 0,-2 0 0,0-1 0,-2 0 0,0 0 0,-23 36 0,10-23 0,-2-1 0,-1-1 0,-2-2 0,-49 45 0,63-64 0,0-1 0,0-1 0,-1 0 0,0-1 0,-1 0 0,0-2 0,-31 11 0,32-12 0,0 0 0,1 1 0,-1 1 0,1 0 0,0 1 0,1 0 0,0 1 0,0 0 0,-20 22 0,25-25 69,1 1-1,-1-1 0,0 0 0,-14 8 1,20-13-123,-1 0 1,1 0 0,-1 0-1,1-1 1,-1 1 0,1 0-1,-1-1 1,0 1 0,1-1-1,-1 1 1,0-1 0,0 0-1,1 0 1,-1 0 0,0 0-1,0 0 1,1 0 0,-1 0-1,0 0 1,1-1 0,-1 1-1,0-1 1,1 1 0,-1-1-1,0 0 1,1 1 0,-1-1-1,1 0 1,-1 0 0,1 0-1,-2-2 1,-8-13-6773</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20.590"/>
    </inkml:context>
    <inkml:brush xml:id="br0">
      <inkml:brushProperty name="width" value="0.05" units="cm"/>
      <inkml:brushProperty name="height" value="0.05" units="cm"/>
    </inkml:brush>
  </inkml:definitions>
  <inkml:trace contextRef="#ctx0" brushRef="#br0">1 272 24575,'217'1'0,"411"-14"0,-602 12 0,-1-2 0,0-1 0,-1 0 0,1-2 0,-1-1 0,0-1 0,0-1 0,-1-1 0,42-25 0,-34 15 0,2 2 0,0 1 0,0 1 0,1 2 0,47-12 0,-78 25 0,20-5 0,28-13 0,-51 19 0,0 0 0,0 0 0,0-1 0,1 1 0,-1 0 0,0 0 0,0-1 0,0 1 0,0 0 0,0 0 0,0 0 0,0-1 0,0 1 0,0 0 0,0 0 0,0-1 0,0 1 0,0 0 0,0 0 0,0-1 0,-1 1 0,1 0 0,0 0 0,0 0 0,0-1 0,0 1 0,0 0 0,0 0 0,-1 0 0,1 0 0,0-1 0,0 1 0,0 0 0,0 0 0,-1 0 0,1 0 0,0 0 0,0-1 0,0 1 0,-1 0 0,1 0 0,0 0 0,0 0 0,-1 0 0,1 0 0,0 0 0,0 0 0,-1 0 0,1 0 0,0 0 0,-16-7 0,15 6 0,-20-8-1365,0-2-5461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21.938"/>
    </inkml:context>
    <inkml:brush xml:id="br0">
      <inkml:brushProperty name="width" value="0.05" units="cm"/>
      <inkml:brushProperty name="height" value="0.05" units="cm"/>
    </inkml:brush>
  </inkml:definitions>
  <inkml:trace contextRef="#ctx0" brushRef="#br0">0 1 24575,'31'2'0,"-1"2"0,1 1 0,-1 1 0,48 18 0,-23-8 0,133 47 0,-110-34 0,-63-25 0,0-1 0,1 0 0,-1-1 0,0-1 0,22 0 0,-16 0 0,39 5 0,-18 2 0,-114 20 0,24-4 0,1 1 0,-54 41 0,47-29 0,-71 50 0,48-37 0,12-8 0,61-39-85,1 0 0,0 0-1,0 0 1,0 0 0,0 0-1,1 1 1,-1-1 0,1 1-1,0 0 1,0-1 0,0 1-1,1 0 1,-1 0 0,1 0-1,-1 7 1,0-2-6741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23.666"/>
    </inkml:context>
    <inkml:brush xml:id="br0">
      <inkml:brushProperty name="width" value="0.05" units="cm"/>
      <inkml:brushProperty name="height" value="0.05" units="cm"/>
    </inkml:brush>
  </inkml:definitions>
  <inkml:trace contextRef="#ctx0" brushRef="#br0">1 1 24575,'-1'149'0,"3"156"0,-1-290 0,0-1 0,1 1 0,1-1 0,0 0 0,1 0 0,1 0 0,0 0 0,0-1 0,2 1 0,0-2 0,0 1 0,14 17 0,-11-13 0,0 1 0,0 0 0,6 21 0,-6-15 0,14 25 0,-1-9 0,20 32 0,-36-61 0,-1 1 0,0-1 0,0 1 0,-1 1 0,0-1 0,-2 1 0,1 0 0,-1-1 0,2 26 0,-3 7 0,-5 71 0,0-28 0,3 44-1365,0-109-5461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24.707"/>
    </inkml:context>
    <inkml:brush xml:id="br0">
      <inkml:brushProperty name="width" value="0.05" units="cm"/>
      <inkml:brushProperty name="height" value="0.05" units="cm"/>
    </inkml:brush>
  </inkml:definitions>
  <inkml:trace contextRef="#ctx0" brushRef="#br0">1 0 24575,'0'12'0,"0"1"0,1-1 0,1 0 0,5 23 0,-1-7 0,154 598-346,-43-184 143,-107-395 355,-1 0 1,3 72 0,-10-105-144,0 0 0,0 1 0,2-1 0,-1-1 0,2 1 1,0 0-1,0-1 0,2 0 0,13 22 0,-13-28 333,-7-7-381,0 0 0,0 0 0,0 0 0,0 0 1,1 0-1,-1 0 0,0 0 0,0 0 1,0 0-1,0-1 0,0 1 0,1 0 0,-1 0 1,0 0-1,0 0 0,0 0 0,0-1 0,0 1 1,0 0-1,0 0 0,0 0 0,1-1 1,-1 1-1,0 0 0,0 0 0,0 0 0,0 0 1,0-1-1,0 1 0,0 0 0,0 0 0,0 0 1,0-1-1,0 1 0,0 0 0,0 0 0,-1 0 1,1-1-1,0 1 0,0 0 0,0 0 1,0 0-1,0-1 0,-2-14-6787</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26.866"/>
    </inkml:context>
    <inkml:brush xml:id="br0">
      <inkml:brushProperty name="width" value="0.05" units="cm"/>
      <inkml:brushProperty name="height" value="0.05" units="cm"/>
    </inkml:brush>
  </inkml:definitions>
  <inkml:trace contextRef="#ctx0" brushRef="#br0">660 3 24575,'-121'-2'0,"-130"4"0,247-2 0,0 1 0,1-1 0,-1 1 0,0 0 0,0 0 0,0 0 0,1 0 0,-1 1 0,0-1 0,1 1 0,-1 0 0,1 0 0,0 0 0,0 1 0,0-1 0,0 1 0,0 0 0,-5 6 0,2 0 0,1 1 0,0 0 0,0 1 0,1-1 0,-4 15 0,-7 16 0,-2-1 0,-35 61 0,32-64 0,0 2 0,3 0 0,-18 57 0,32-82 0,1 0 0,1 1 0,0-1 0,0 0 0,1 1 0,1-1 0,1 0 0,0 1 0,1-1 0,8 26 0,-9-34 0,0-1 0,0 1 0,1 0 0,0-1 0,0 0 0,0 1 0,1-1 0,-1-1 0,8 8 0,3 1 0,27 20 0,0-1 0,-30-23 0,1-1 0,0 1 0,0-2 0,1 0 0,0 0 0,0-1 0,0-1 0,1 0 0,0-1 0,0 0 0,0-1 0,0-1 0,1 0 0,-1-1 0,1-1 0,-1 0 0,25-4 0,-9 0 0,1-3 0,-2 0 0,1-2 0,-1-1 0,0-1 0,-1-2 0,34-20 0,-29 15 0,12-8 0,-1-1 0,67-54 0,-61 45 0,-40 29 0,1 0 0,-1 0 0,-1-1 0,1-1 0,12-14 0,-19 18 0,0 0 0,0 0 0,-1 0 0,0 0 0,0 0 0,0-1 0,0 1 0,-1-1 0,0 1 0,0-1 0,0 0 0,-1 0 0,0 1 0,0-1 0,-2-8 0,1 7 0,0 0 0,-1 0 0,0-1 0,0 1 0,0 1 0,-1-1 0,0 0 0,-1 1 0,1-1 0,-1 1 0,-8-8 0,8 8 0,-1 1 0,-1 0 0,1 0 0,-1 1 0,0-1 0,0 1 0,0 1 0,0-1 0,-1 1 0,1 0 0,-12-3 0,13 5 0,-1 0 0,1 0 0,-1 1 0,1-1 0,-1 1 0,0 1 0,1-1 0,-1 1 0,1 0 0,-1 0 0,1 1 0,-1-1 0,1 1 0,0 0 0,-8 5 0,3 0 0,0 0 0,1 1 0,0 0 0,0 1 0,0 0 0,1 0 0,1 1 0,-12 19 0,-9 9 0,20-27 0,0 0 0,1 1 0,0 0 0,1 0 0,0 1 0,1-1 0,1 1 0,0 0 0,-4 25 0,3-1 0,3 1 0,2 48 0,0-65 0,0 3 0,1-1 0,1 0 0,0 1 0,10 33 0,-11-51 0,1 0 0,1 0 0,-1 0 0,1 0 0,0-1 0,0 1 0,1-1 0,0 0 0,-1 0 0,2 0 0,-1-1 0,1 1 0,-1-1 0,1 0 0,0 0 0,1-1 0,-1 0 0,0 0 0,1 0 0,0 0 0,10 3 0,-4-3 0,-1-1 0,0 0 0,0-1 0,1 0 0,-1 0 0,1-1 0,-1-1 0,1 0 0,-1-1 0,0 0 0,0 0 0,0-1 0,0-1 0,0 0 0,0 0 0,-1-1 0,0 0 0,0-1 0,15-12 0,22-14 0,58-45 0,-90 65 0,-1-1 0,0 0 0,-1-1 0,19-27 0,-28 35 0,-1 0 0,0-1 0,0 1 0,0 0 0,-1-1 0,0 0 0,0 0 0,0 0 0,-1 1 0,0-1 0,-1-1 0,0 1 0,0 0 0,0 0 0,-1 0 0,0 0 0,0 0 0,-4-10 0,1 5 0,0 0 0,-2 0 0,1 1 0,-1 0 0,-1 0 0,0 1 0,0 0 0,-1 0 0,-13-12 0,6 7 0,0 1 0,-1 1 0,0 1 0,-1 0 0,-30-15 0,38 23 0,-1 0 0,1 0 0,-1 1 0,0 0 0,0 1 0,0 0 0,0 1 0,0 0 0,-1 1 0,1 0 0,0 0 0,0 1 0,-13 2 0,-101 34-1365,100-31-5461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28.195"/>
    </inkml:context>
    <inkml:brush xml:id="br0">
      <inkml:brushProperty name="width" value="0.05" units="cm"/>
      <inkml:brushProperty name="height" value="0.05" units="cm"/>
    </inkml:brush>
  </inkml:definitions>
  <inkml:trace contextRef="#ctx0" brushRef="#br0">1183 1 24575,'-16'1'0,"1"0"0,0 2 0,0-1 0,0 2 0,0 0 0,-18 9 0,21-9 0,-148 62 0,155-64 0,0 0 0,-1 1 0,1-1 0,0 1 0,1 0 0,-1 1 0,0-1 0,1 1 0,0-1 0,0 1 0,0 1 0,0-1 0,-4 8 0,6-9 0,0 1 0,0 0 0,1 0 0,-1 0 0,1 0 0,0 1 0,0-1 0,1 0 0,-1 1 0,1-1 0,0 0 0,0 0 0,0 1 0,1-1 0,-1 0 0,1 1 0,0-1 0,2 5 0,-2-5 0,0-1 0,1 0 0,-1-1 0,1 1 0,-1 0 0,1 0 0,0-1 0,0 1 0,0-1 0,1 1 0,-1-1 0,0 0 0,1 0 0,0 0 0,3 2 0,-1-2 0,0 0 0,0 1 0,1-2 0,-1 1 0,0-1 0,1 0 0,-1 0 0,8 0 0,6-1 0,0-1 0,0 0 0,0-2 0,19-4 0,119-30 0,96-18 0,-245 53 0,-1 1 0,1 1 0,-1-1 0,1 1 0,0 0 0,-1 1 0,1 0 0,-1 0 0,12 4 0,-16-4 0,0 0 0,-1 1 0,1-1 0,-1 1 0,1-1 0,-1 1 0,0 0 0,0 0 0,1 0 0,-1 1 0,-1-1 0,1 0 0,0 1 0,-1-1 0,1 1 0,-1-1 0,0 1 0,1 0 0,-2 0 0,1 0 0,0-1 0,0 1 0,-1 0 0,1 0 0,-1 0 0,0 0 0,0 3 0,-1 3 0,0 0 0,0-1 0,0 1 0,-1-1 0,0 1 0,-1-1 0,0 0 0,0 0 0,-1 0 0,0 0 0,-1-1 0,1 1 0,-1-1 0,-1 0 0,1-1 0,-12 11 0,0-1 0,-1-1 0,0-1 0,-1-1 0,-1 0 0,-24 11 0,-130 75 0,15-8 0,120-72 0,-1-1 0,-50 15 0,28-16 0,-1-3 0,0-3 0,-81 4 0,-190-9 0,323-6 0,-7 0 0,-3 0 0,-37-5 0,53 5 0,1-1 0,-1 0 0,0 0 0,0-1 0,0 1 0,1-1 0,-1 0 0,1-1 0,0 1 0,-1-1 0,1 0 0,-6-5 0,9 7-57,-1-1 0,1 1 1,0 0-1,0 0 0,1-1 0,-1 1 0,0-1 0,0 1 0,1-1 0,-1 1 0,1-1 1,-1 1-1,1-1 0,0 0 0,-1 1 0,1-1 0,0 0 0,0 1 0,0-1 1,0 1-1,1-1 0,-1 0 0,1-2 0,7-13-6769</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29.729"/>
    </inkml:context>
    <inkml:brush xml:id="br0">
      <inkml:brushProperty name="width" value="0.05" units="cm"/>
      <inkml:brushProperty name="height" value="0.05" units="cm"/>
    </inkml:brush>
  </inkml:definitions>
  <inkml:trace contextRef="#ctx0" brushRef="#br0">506 348 24575,'-3'1'0,"1"-1"0,0 1 0,-1-1 0,1 1 0,0 0 0,-1 0 0,1 1 0,0-1 0,0 0 0,0 1 0,0-1 0,0 1 0,0-1 0,1 1 0,-1 0 0,0 0 0,1 0 0,0 0 0,-2 2 0,-23 43 0,26-47 0,-9 23 0,1 1 0,1-1 0,1 1 0,2 1 0,0-1 0,1 1 0,1-1 0,2 1 0,0 0 0,5 29 0,-2-34 0,1 1 0,1-1 0,0 0 0,2 0 0,0-1 0,20 36 0,-23-45 0,0 0 0,-1 1 0,1 0 0,-2-1 0,0 1 0,1 22 0,-1-15 0,-1-13 0,0 0 0,0-1 0,0 0 0,0 1 0,1-1 0,0 0 0,0 1 0,0-1 0,0 0 0,1 0 0,0-1 0,-1 1 0,1-1 0,1 1 0,-1-1 0,0 0 0,1 0 0,-1 0 0,1 0 0,0-1 0,0 0 0,0 0 0,5 2 0,3 1 0,0-2 0,0 1 0,0-1 0,0-1 0,1 0 0,-1-1 0,16 0 0,-17-1 0,113-4 0,-106 2 0,-1 0 0,0-2 0,0 0 0,0-1 0,17-7 0,-7-1 0,-1 0 0,-1-1 0,0-2 0,-1 0 0,0-2 0,-1 0 0,32-35 0,-41 35 0,-1-1 0,0 0 0,-2 0 0,0-1 0,-1-1 0,-1 0 0,-1 0 0,-1-1 0,-1 0 0,6-41 0,-6 21 0,-3 0 0,-1 0 0,-2 0 0,-10-78 0,5 91 0,0 1 0,-1 1 0,-2-1 0,-1 1 0,-1 0 0,-2 1 0,0 0 0,-2 1 0,-29-42 0,37 61 0,1 1 0,-1 0 0,1 0 0,-2 0 0,1 1 0,0 0 0,-1 0 0,0 0 0,1 1 0,-1 0 0,-1 1 0,1-1 0,0 1 0,-1 1 0,1 0 0,-1 0 0,1 0 0,-13 1 0,-11 1 0,1 2 0,0 1 0,-38 11 0,60-14 0,-264 81 0,187-54 0,-5-1 0,-134 22 0,182-45 0,30-4 0,1 1 0,0 0 0,-1 1 0,-14 4 0,24-5 0,-1-1 0,1 1 0,-1 1 0,1-1 0,0 0 0,-1 1 0,1-1 0,0 1 0,0-1 0,0 1 0,0 0 0,0 0 0,1 0 0,-1 0 0,0 1 0,1-1 0,0 0 0,-1 0 0,1 1 0,0-1 0,0 1 0,0-1 0,0 4 0,0-1 19,0 0 0,1 0 0,-1 0 0,1 0 0,0 1 0,0-1 0,1 0 0,-1 0 0,1 0 0,1 0 0,-1 0 0,0 0 0,1 0 0,0-1 0,1 1 0,-1 0 0,4 4 0,1 0-263,0 0 0,0-1 0,1 0 0,1 0 1,-1-1-1,19 12 0,-10-8-6582</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30.655"/>
    </inkml:context>
    <inkml:brush xml:id="br0">
      <inkml:brushProperty name="width" value="0.05" units="cm"/>
      <inkml:brushProperty name="height" value="0.05" units="cm"/>
    </inkml:brush>
  </inkml:definitions>
  <inkml:trace contextRef="#ctx0" brushRef="#br0">1 82 24575,'75'-4'0,"-1"-4"0,96-20 0,-83 11 0,94-5 0,147 19 0,-241 4 0,-59 1 0,0 1 0,29 7 0,-28-5 0,47 4 0,-37-10 0,-28 0 0,-1 1 0,1-1 0,0 2 0,-1 0 0,22 4 0,-32-5-23,0 0 0,1 1 0,-1-1 0,0 0 0,1 0-1,-1 0 1,0 0 0,1 0 0,-1 0 0,0 1 0,0-1 0,1 0-1,-1 0 1,0 1 0,1-1 0,-1 0 0,0 0 0,0 1 0,0-1-1,1 0 1,-1 1 0,0-1 0,0 0 0,0 0 0,0 1 0,1-1-1,-1 1 1,0-1 0,0 0 0,0 1 0,0-1 0,0 0 0,0 1-1,0-1 1,0 0 0,0 1 0,0-1 0,0 0 0,0 1 0,-1-1 0,1 0-1,0 1 1,0-1 0,0 0 0,0 1 0,0-1 0,-1 0 0,1 1-1,0-1 1,0 0 0,-1 0 0,1 1 0,0-1 0,0 0 0,-1 0-1,1 1 1,0-1 0,-1 0 0,-10 10-6803</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32.497"/>
    </inkml:context>
    <inkml:brush xml:id="br0">
      <inkml:brushProperty name="width" value="0.05" units="cm"/>
      <inkml:brushProperty name="height" value="0.05" units="cm"/>
    </inkml:brush>
  </inkml:definitions>
  <inkml:trace contextRef="#ctx0" brushRef="#br0">5080 1 24575,'-17'10'0,"1"0"0,-26 24 0,1 0 0,-120 97 0,-81 69-1173,-78 66-3519,-77 64 2813,-56 51-943,-1477 1256-1647,1554-1324 4030,60-58 344,61-56 343,63-55 838,-31 9 1875,211-146-2703,6-2 280,-1-1-1,0 0 1,1 0 0,-2 0 0,1-1 0,0 0-1,-13 2 1,5-5 1023,14 0-1499,1 0-1,0 0 1,0 0-1,0-1 1,0 1-1,-1 0 1,1 0-1,0 0 1,0 0-1,0 0 1,0-1-1,0 1 0,0 0 1,-1 0-1,1 0 1,0 0-1,0-1 1,0 1-1,0 0 1,0 0-1,0 0 1,0-1-1,0 1 1,0 0-1,0 0 0,0 0 1,0-1-1,0 1 1,0 0-1,0 0 1,0 0-1,0-1 1,0 1-1,0 0 1,0 0-1,1-1 1,0 0 97,-1 0 0,1 0 1,0-1-1,1 1 0,-1 0 1,0 0-1,0 0 1,0 0-1,1 0 0,-1 0 1,0 1-1,1-1 0,-1 0 1,1 1-1,1-1 1,32-8-73,0 2 1,0 2-1,47-2 1,-43 5-110,657-49-1342,919-41-1276,-785 52 1891,-3-75 0,520-171-1105,-600 124 1079,-442 100 775,-65 18 105,32 4 728,-230 34-16,-37 6-2632</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33.575"/>
    </inkml:context>
    <inkml:brush xml:id="br0">
      <inkml:brushProperty name="width" value="0.05" units="cm"/>
      <inkml:brushProperty name="height" value="0.05" units="cm"/>
    </inkml:brush>
  </inkml:definitions>
  <inkml:trace contextRef="#ctx0" brushRef="#br0">0 1 24575,'327'253'0,"-315"-243"0,268 257-320,-21 19-1,119 176 321,-265-306 0,101 187 0,-175-271-9,-4 2 0,35 101 0,-57-132 32,-1-1-1,-2 1 0,-2 1 0,-2 0 1,1 86-1,-9-106 40,0 0 1,-2-1-1,-11 41 1,-30 66 152,8-27-146,33-87-296,0 1-1,1 0 1,1 0-1,1 0 1,1 26-1,0-21-6598</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35.565"/>
    </inkml:context>
    <inkml:brush xml:id="br0">
      <inkml:brushProperty name="width" value="0.05" units="cm"/>
      <inkml:brushProperty name="height" value="0.05" units="cm"/>
    </inkml:brush>
  </inkml:definitions>
  <inkml:trace contextRef="#ctx0" brushRef="#br0">1 192 24575,'0'25'0,"1"0"0,1 0 0,11 44 0,-10-56 0,1 1 0,1-1 0,1 0 0,0 0 0,0-1 0,1 0 0,1 0 0,11 14 0,100 143 0,-112-159 0,15 20 0,2 0 0,33 31 0,1 2 0,-53-56 0,1 0 0,0-1 0,1 1 0,0-1 0,0-1 0,0 1 0,1-1 0,0 0 0,-1-1 0,2 0 0,-1 0 0,0-1 0,1 0 0,0-1 0,-1 1 0,1-2 0,0 1 0,17 0 0,-20-2 0,25 0 0,43-4 0,-65 3 0,0 0 0,0-1 0,0-1 0,0 1 0,0-2 0,0 1 0,-1-1 0,0 0 0,10-7 0,6-6 0,-4 4 0,-1-1 0,19-18 0,-24 19 0,-1-1 0,0 0 0,-1-1 0,-1 0 0,0-1 0,-1 0 0,14-33 0,-17 32 0,11-24 0,-1-1 0,-3-1 0,11-53 0,-24 88 0,1-1 0,-2 1 0,1 0 0,-2 0 0,1-1 0,-1 1 0,0 0 0,0 0 0,-1 0 0,0 0 0,-1 0 0,0 0 0,0 0 0,0 1 0,-1 0 0,0 0 0,-1 0 0,0 0 0,0 0 0,0 1 0,-1 0 0,0 0 0,0 1 0,0-1 0,-1 1 0,-12-7 0,-78-40 0,-175-67 0,262 115 0,-7-2 0,0 1 0,1 1 0,-2 0 0,1 2 0,-26-2 0,-92 6 0,53 1 0,72-4 0,1 2 0,-1-1 0,1 1 0,0 1 0,0 0 0,-16 4 0,21-3 0,-1-1 0,1 0 0,-1 1 0,1 0 0,0 0 0,0 0 0,0 1 0,0-1 0,1 1 0,-1 0 0,1 0 0,0 0 0,-4 9 0,-4 9 0,1 1 0,-12 44 0,11-30 0,8-30-124,0 0 0,1 1 0,0-1 0,0 0 0,1 1 0,0-1-1,1 1 1,-1 0 0,1-1 0,2 12 0,3-8-6702</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37.069"/>
    </inkml:context>
    <inkml:brush xml:id="br0">
      <inkml:brushProperty name="width" value="0.05" units="cm"/>
      <inkml:brushProperty name="height" value="0.05" units="cm"/>
    </inkml:brush>
  </inkml:definitions>
  <inkml:trace contextRef="#ctx0" brushRef="#br0">771 0 24575,'-11'1'0,"1"0"0,0 1 0,0 0 0,0 1 0,0-1 0,0 2 0,1 0 0,-12 6 0,-10 3 0,-32 11 0,12-5 0,-55 29 0,91-40 0,0 1 0,1 0 0,1 1 0,-1 0 0,2 1 0,-1 0 0,2 1 0,-12 15 0,14-15 0,-5 8 0,0-1 0,-1-1 0,-1 0 0,0-1 0,-36 27 0,48-41 0,0 1 0,1-1 0,-1 1 0,1-1 0,0 1 0,0 0 0,0 0 0,0 0 0,1 1 0,-1-1 0,1 1 0,0-1 0,-1 6 0,2-5 0,-1 1 0,0-2 0,-1 1 0,1 0 0,-1 0 0,0-1 0,0 1 0,0-1 0,-1 0 0,-6 7 0,-7 1 0,13-10 0,0 1 0,0 0 0,0 0 0,0 0 0,1 1 0,-1-1 0,1 1 0,0 0 0,0 0 0,0 0 0,0 0 0,1 0 0,-1 1 0,1-1 0,-2 7 0,-1 8-1365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38.923"/>
    </inkml:context>
    <inkml:brush xml:id="br0">
      <inkml:brushProperty name="width" value="0.05" units="cm"/>
      <inkml:brushProperty name="height" value="0.05" units="cm"/>
    </inkml:brush>
  </inkml:definitions>
  <inkml:trace contextRef="#ctx0" brushRef="#br0">355 1 24575,'-166'186'0,"68"-72"0,96-112 0,-14 16 0,-27 38 0,39-50 0,0 1 0,1 0 0,-1 0 0,1 0 0,1 0 0,-1 1 0,1-1 0,1 1 0,-1 0 0,1 7 0,0 30 0,9 67 0,-7-104 0,1 0 0,-1 0 0,1-1 0,1 1 0,-1-1 0,1 0 0,0 1 0,1-1 0,7 10 0,1-1 0,2 1 0,19 17 0,-24-25 0,0 1 0,-1 0 0,15 24 0,0 0 0,-20-31 0,-1 0 0,0-1 0,1 1 0,-1-1 0,1 0 0,0 0 0,0 0 0,0 0 0,0 0 0,0 0 0,0-1 0,0 1 0,1-1 0,-1 0 0,0 0 0,1 0 0,-1-1 0,1 1 0,-1-1 0,1 0 0,0 0 0,-1 0 0,1 0 0,-1-1 0,1 1 0,-1-1 0,0 0 0,1 0 0,-1 0 0,0-1 0,1 1 0,-1-1 0,0 0 0,0 1 0,0-2 0,-1 1 0,1 0 0,0 0 0,-1-1 0,1 1 0,-1-1 0,2-3 0,8-11 0,0-1 0,-1-1 0,15-35 0,17-63 0,-34 88 0,2-3 0,-1 0 0,-2 0 0,-2-1 0,-1 0 0,-1 0 0,-2-1 0,-3-64 0,0 93 0,0 0 0,0 1 0,-1-1 0,1 0 0,-1 1 0,0-1 0,0 1 0,0 0 0,-1 0 0,-4-6 0,-3-1 0,1 0 0,-14-10 0,15 15 0,1-1 0,0 1 0,1-1 0,-1 0 0,2-1 0,-8-11 0,12 19 0,1-1 0,0 0 0,-1 1 0,1-1 0,-1 0 0,1 1 0,0-1 0,0 0 0,-1 0 0,1 1 0,0-1 0,0 0 0,0 0 0,0 1 0,0-1 0,0 0 0,0 0 0,0 0 0,0 1 0,0-1 0,1-1 0,-1 1 0,1 1 0,-1 0 0,1-1 0,-1 1 0,1 0 0,-1 0 0,1-1 0,0 1 0,-1 0 0,1 0 0,-1 0 0,1 0 0,-1 0 0,1 0 0,0 0 0,-1 0 0,1 0 0,-1 0 0,1 0 0,-1 0 0,2 0 0,33 14 0,143 85 0,217 103 0,-122-76 0,-258-118 0,1 0 0,27 8 0,-39-14 0,1-1 0,0 0 0,0 0 0,-1 0 0,1-1 0,0 1 0,0-1 0,0 0 0,0-1 0,0 1 0,0-1 0,0 0 0,8-3 0,-11 3-36,0 1 0,-1-1 0,1 0 1,-1-1-1,1 1 0,-1 0 0,0 0 0,1-1 0,-1 1 0,0 0 0,0-1 0,0 1 0,0-1 0,0 0 0,0 1 0,0-1 0,-1 0 1,1 0-1,-1 1 0,1-1 0,-1 0 0,1 0 0,-1 0 0,0 0 0,0 1 0,0-1 0,0 0 0,0 0 0,-1 0 0,1 0 0,-1 1 1,1-1-1,-1 0 0,1 0 0,-1 1 0,0-1 0,-2-2 0,-7-13-6790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41.016"/>
    </inkml:context>
    <inkml:brush xml:id="br0">
      <inkml:brushProperty name="width" value="0.05" units="cm"/>
      <inkml:brushProperty name="height" value="0.05" units="cm"/>
    </inkml:brush>
  </inkml:definitions>
  <inkml:trace contextRef="#ctx0" brushRef="#br0">0 970 24575,'12'-5'0,"-1"-1"0,0-1 0,0 0 0,-1-1 0,1 1 0,8-11 0,8-5 0,641-612-1961,-487 457 1775,-161 156 494,-12 14-304,0 0 0,0 0 1,11-8-1,-16 14 80,-1 1 1,1-1-1,0 1 1,0 0 0,-1-1-1,1 1 1,0 0-1,0 1 1,0-1-1,0 1 1,0-1 0,0 1-1,0 0 1,1 0-1,5 1 1,11 2 155,-14-1-222,-1 0-1,1-1 1,0 0 0,0-1-1,0 1 1,0-1-1,0 0 1,0 0 0,-1-1-1,1 0 1,0 0 0,6-2-1,-12 3-17,0 0 0,0 0 0,0 0 0,0 0 0,-1 0 0,1 0 0,0 0 0,0 0 0,0 0 0,0 0 0,0 0 0,0 0 0,0 0 0,0 0 0,0 0 0,-1 0 0,1 0 0,0 0 0,0 0 0,0 0 0,0-1 0,0 1 0,0 0 0,0 0 0,0 0 0,0 0 0,0 0 0,0 0 0,0 0 0,0 0 0,0 0 0,0 0 0,0 0 0,0-1 0,0 1 0,0 0 0,0 0 0,0 0 0,0 0 0,0 0 0,0 0 0,0 0 0,0 0 0,0 0 0,0-1 0,0 1 0,0 0 0,0 0 0,0 0 0,0 0 0,0 0 0,0 0 0,0 0 0,-13 0 0,-24 9 0,-1 1 0,-64 28 0,4-1 0,-119 23 0,173-51 0,0-3 0,-1-1 0,-44-1 0,35-6 0,29 1 0,1 0 0,-1 1 0,0 2 0,0 0 0,1 2 0,-29 7 0,51-9 0,11-3 0,14-3 0,577-88 0,-418 70 0,-154 18 0,-17 2 0,1 0 0,-1 1 0,1 0 0,-1 0 0,1 2 0,-1-1 0,18 4 0,-28-4 0,0 1 0,0-1 0,0 1 0,0-1 0,-1 1 0,1-1 0,0 1 0,0-1 0,-1 1 0,1 0 0,0 0 0,-1-1 0,1 1 0,-1 0 0,1 0 0,-1 0 0,1-1 0,-1 1 0,1 0 0,-1 0 0,0 0 0,0 0 0,1 0 0,-1 0 0,0 0 0,0 0 0,0 0 0,0 0 0,0 0 0,0 0 0,0 0 0,-1 0 0,1 0 0,0-1 0,0 1 0,-1 0 0,1 0 0,0 0 0,-1 0 0,1 0 0,-2 0 0,-1 6 0,0-1 0,0 0 0,-1 0 0,-5 6 0,-7 5 0,-24 23 0,30-32 0,0 1 0,1 0 0,0 1 0,0 0 0,1 0 0,0 1 0,1 0 0,-9 20 0,7-5-195,1 0 0,1 0 0,2 1 0,1 0 0,0 1 0,2 40 0,2-32-6631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43.205"/>
    </inkml:context>
    <inkml:brush xml:id="br0">
      <inkml:brushProperty name="width" value="0.05" units="cm"/>
      <inkml:brushProperty name="height" value="0.05" units="cm"/>
    </inkml:brush>
  </inkml:definitions>
  <inkml:trace contextRef="#ctx0" brushRef="#br0">1 1 24575,'0'37'0,"7"54"0,-4-75 0,0 0 0,1 0 0,1 0 0,0 0 0,14 26 0,-9-19 0,-1 1 0,-1 0 0,-1 0 0,-1 1 0,2 26 0,-4-28 0,3 16 0,4 19 0,6 110 0,-18 92 0,1-274 0,-1-5 0,2-1 0,3-23 0,-2 35 0,0-1 0,1 1 0,-1 0 0,2-1 0,-1 1 0,1 1 0,0-1 0,6-8 0,237-281 0,-187 229 0,-26 28 0,-24 26 0,1 1 0,0 0 0,1 1 0,1 0 0,-1 1 0,2 1 0,18-13 0,-30 22 0,-1 1 0,1-1 0,-1 0 0,1 0 0,-1 1 0,1-1 0,-1 0 0,1 1 0,0 0 0,-1-1 0,1 1 0,-1 0 0,1 0 0,0 0 0,-1 0 0,1 0 0,0 0 0,-1 0 0,1 1 0,0-1 0,-1 1 0,1-1 0,-1 1 0,1 0 0,-1-1 0,1 1 0,2 2 0,-1 1 0,1 0 0,-1 0 0,1 0 0,-1 1 0,-1 0 0,6 9 0,4 10 0,-4-12 0,0 1 0,-1 1 0,-1-1 0,0 1 0,-1 0 0,6 26 0,-10-33 0,0 0 0,0-1 0,-1 1 0,0-1 0,-1 1 0,1 0 0,-1-1 0,-1 1 0,1-1 0,-1 1 0,0-1 0,0 0 0,-1 0 0,0 0 0,0 0 0,0 0 0,-8 9 0,-5 3 0,-1 0 0,-25 20 0,-16 17 0,43-39 0,-1-2 0,0 0 0,-1 0 0,0-2 0,-1 0 0,0-1 0,-1 0 0,-1-2 0,1 0 0,-1-2 0,-1 0 0,1-1 0,-1-1 0,0-1 0,0-1 0,-41 1 0,38-3 0,-86-5 0,107 4-105,0 0 0,1-1 0,-1 1 0,0-1 0,0 0 0,0 0 0,1 0 0,-1 0 0,1-1 0,-1 1 0,1-1 0,-4-2 0,-5-8-6721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44.448"/>
    </inkml:context>
    <inkml:brush xml:id="br0">
      <inkml:brushProperty name="width" value="0.05" units="cm"/>
      <inkml:brushProperty name="height" value="0.05" units="cm"/>
    </inkml:brush>
  </inkml:definitions>
  <inkml:trace contextRef="#ctx0" brushRef="#br0">0 693 24575,'27'-13'0,"59"-32"0,72-31 0,55-20 0,23-7-3885,-7 4 3885,-28 11 0,-44 20 0,-44 17 1205,-37 17-1205,-32 14-5511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45.926"/>
    </inkml:context>
    <inkml:brush xml:id="br0">
      <inkml:brushProperty name="width" value="0.05" units="cm"/>
      <inkml:brushProperty name="height" value="0.05" units="cm"/>
    </inkml:brush>
  </inkml:definitions>
  <inkml:trace contextRef="#ctx0" brushRef="#br0">3 1 24575,'636'0'0,"-643"0"0,1 1 0,-1 0 0,1 1 0,-1-1 0,1 1 0,0 1 0,-12 5 0,-43 27 0,49-28 0,-59 38 0,2 2 0,3 4 0,-81 77 0,139-120 0,0 0 0,1 1 0,-1 0 0,2 0 0,-1 1 0,1 0 0,1 0 0,0 0 0,0 0 0,-5 19 0,-23 60 330,21-61-1177,-15 55-1,25-72-5978</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50.077"/>
    </inkml:context>
    <inkml:brush xml:id="br0">
      <inkml:brushProperty name="width" value="0.05" units="cm"/>
      <inkml:brushProperty name="height" value="0.05" units="cm"/>
    </inkml:brush>
  </inkml:definitions>
  <inkml:trace contextRef="#ctx0" brushRef="#br0">1 5734 24575,'11'-21'0,"2"1"0,15-20 0,-2 5 0,66-95 0,45-71-619,52-80-1860,64-95 1037,71-105-1845,85-116 1501,336-498-1605,-403 584 1644,-43 64 1310,-45 67 383,-46 68-161,-42 63 470,-84 124 596,130-184 2620,-196 288-2284,0 1 0,2 0 0,23-21 0,-37 38-900,-1 1 1,1-1 0,0 1-1,0 0 1,0 0-1,0 0 1,0 1-1,7-2 1,-11 3-232,1-1 0,0 1 0,0 0-1,-1 0 1,1 0 0,0 0 0,-1 0 0,1 0 0,0 0 0,-1 0 0,1 0 0,0 0-1,0 0 1,-1 0 0,1 0 0,0 1 0,-1-1 0,1 0 0,0 1 0,-1-1 0,1 0 0,-1 1-1,1-1 1,0 1 0,-1-1 0,1 1 0,-1-1 0,0 1 0,1-1 0,-1 1 0,1-1-1,-1 1 1,0 0 0,1-1 0,-1 1 0,0 0 0,0-1 0,1 1 0,-1 0 0,0-1 0,0 1-1,0 0 1,0-1 0,0 1 0,0 0 0,0 0 0,0-1 0,0 1 0,0 0 0,0-1-1,-1 1 1,1 0 0,0-1 0,0 1 0,-1 0 0,1 0 0,-2 2-40,1-1-1,0 1 1,0-1 0,-1 0-1,1 1 1,-1-1 0,0 0 0,0 0-1,0 0 1,0 0 0,0 0 0,0-1-1,0 1 1,-1-1 0,1 1 0,-1-1-1,1 0 1,-1 0 0,1 0-1,-1 0 1,0 0 0,1-1 0,-5 1-1,-9 2-21,1-1 0,-28 1-1,42-3 7,-27 1-682,-38 8-1,37-4-6143</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51.305"/>
    </inkml:context>
    <inkml:brush xml:id="br0">
      <inkml:brushProperty name="width" value="0.05" units="cm"/>
      <inkml:brushProperty name="height" value="0.05" units="cm"/>
    </inkml:brush>
  </inkml:definitions>
  <inkml:trace contextRef="#ctx0" brushRef="#br0">1 506 24575,'2'0'0,"0"-1"0,1 0 0,-1-1 0,0 1 0,0 0 0,0-1 0,0 1 0,0-1 0,0 0 0,0 1 0,0-1 0,-1 0 0,3-4 0,3-1 0,84-79 0,-49 48 0,51-59 0,-80 83 0,0 0 0,2 0 0,-1 1 0,1 1 0,1 1 0,32-18 0,111-41 0,-133 60 0,109-54 0,-134 64 0,0-1 0,0 1 0,-1-1 0,1 1 0,0 0 0,0 0 0,0 0 0,0-1 0,0 1 0,-1 0 0,1 0 0,0 0 0,0 0 0,0 0 0,0 0 0,0 1 0,0-1 0,-1 0 0,1 0 0,0 1 0,0-1 0,0 0 0,-1 1 0,1-1 0,0 1 0,0-1 0,-1 1 0,1-1 0,0 1 0,-1 0 0,1-1 0,-1 1 0,1 0 0,-1-1 0,1 1 0,-1 0 0,1 0 0,-1-1 0,1 2 0,2 6 0,0-1 0,-1 0 0,4 15 0,-1-3 0,14 45 0,-2 1 0,-3 1 0,-2 1 0,-4-1 0,0 105 0,-13-4 0,-27 167 0,-22-26 0,53-307 0,-8 27 0,8-27 0,1-1 0,0 0 0,0 0 0,0 1 0,-1-1 0,1 0 0,0 0 0,0 0 0,-1 1 0,1-1 0,0 0 0,-1 0 0,1 0 0,0 0 0,0 1 0,-1-1 0,1 0 0,0 0 0,-1 0 0,1 0 0,0 0 0,-1 0 0,1 0 0,0 0 0,-1 0 0,1 0 0,-12-10 0,-4-13-1365,0-4-5461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52.421"/>
    </inkml:context>
    <inkml:brush xml:id="br0">
      <inkml:brushProperty name="width" value="0.05" units="cm"/>
      <inkml:brushProperty name="height" value="0.05" units="cm"/>
    </inkml:brush>
  </inkml:definitions>
  <inkml:trace contextRef="#ctx0" brushRef="#br0">1 881 24575,'238'-519'-720,"-93"193"455,-129 295 376,-16 30-109,0 1 1,1 0-1,-1 0 0,0 0 1,0-1-1,0 1 0,0 0 1,0 0-1,0 0 1,0 0-1,0-1 0,1 1 1,-1 0-1,0 0 0,0 0 1,0 0-1,0 0 0,0-1 1,1 1-1,-1 0 1,0 0-1,0 0 0,0 0 1,1 0-1,-1 0 0,0 0 1,0 0-1,0 0 1,1 0-1,-1 0 0,0 0 1,0 0-1,0 0 0,1 0 1,-1 0-1,0 0 1,0 0-1,0 0 0,1 0 1,-1 0-1,0 0 0,0 0 1,0 0-1,1 0 1,-1 0-1,0 1 0,0-1 1,0 0-1,0 0 0,1 0 1,-1 0-1,0 0 0,0 1 1,0-1-1,0 0 1,0 0-1,0 0 0,0 0 1,1 1-1,-1-1 0,0 0 1,0 1-1,4 9 5,0 0 0,0 0 0,-1 1 0,3 20 0,-1-5-4,114 653 684,-98-535-484,-5-32-987,4 143 0,-20-234-6042</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54.225"/>
    </inkml:context>
    <inkml:brush xml:id="br0">
      <inkml:brushProperty name="width" value="0.05" units="cm"/>
      <inkml:brushProperty name="height" value="0.05" units="cm"/>
    </inkml:brush>
  </inkml:definitions>
  <inkml:trace contextRef="#ctx0" brushRef="#br0">1 5056 24575,'16'-24'0,"37"-42"0,-11 17 0,139-160-1571,144-142-4712,157-134 4194,136-92 12,1862-1491-1511,-2057 1750 3281,-97 76 564,-84 64 139,51-32 1829,-268 192-1550,-9 8 78,-1-1 0,0 0-1,23-25 1,-37 35-635,1-1 0,-1 1 0,0 0 0,0-1 0,0 1 0,-1-1 0,1 1 0,0-1 0,0 1 0,-1-1 0,1 0 0,-1 1 0,1-1 0,-1 0 0,0 0 0,0 1 0,0-1 0,0 0 0,0-1 0,-1-1 361,0 0 0,0 1 0,-1-1 0,1 1 0,-1-1 0,-3-4-1,4 6-332,0 1 0,-1-1-1,1 0 1,0 0-1,0 0 1,0 0-1,0 0 1,1 0-1,-1 0 1,0 0 0,1 0-1,-1-1 1,1 1-1,0 0 1,0 0-1,0 0 1,0-1-1,0 1 1,0 0-1,1 0 1,-1 0 0,1 0-1,0-1 1,1-2-1,3-2-145,0 1 0,0 0 0,1 0 0,0 0 0,0 1 0,0-1 0,1 1 0,0 1 0,0 0 0,0 0 0,0 0 0,16-5 0,-22 9 0,0-1 0,0 1 0,0 0 0,0-1 0,-1 1 0,1 0 0,0 0 0,0 0 0,0 0 0,0 0 0,0 0 0,0 0 0,0 0 0,0 0 0,0 0 0,0 1 0,0-1 0,0 0 0,1 2 0,-2-2 0,1 1 0,-1-1 0,0 1 0,0-1 0,0 1 0,0-1 0,1 1 0,-1-1 0,0 1 0,0-1 0,0 1 0,0-1 0,0 1 0,0 0 0,-1-1 0,1 1 0,0-1 0,0 1 0,0-1 0,0 1 0,-1-1 0,1 1 0,-1 0 0,-23 34 0,22-33 0,-3 4-273,-1 0 0,1-1 0,-1 1 0,-11 6 0,-2 0-6553</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55.641"/>
    </inkml:context>
    <inkml:brush xml:id="br0">
      <inkml:brushProperty name="width" value="0.05" units="cm"/>
      <inkml:brushProperty name="height" value="0.05" units="cm"/>
    </inkml:brush>
  </inkml:definitions>
  <inkml:trace contextRef="#ctx0" brushRef="#br0">1 160 24575,'11'-1'0,"-1"0"0,1 0 0,-1-1 0,17-6 0,4 0 0,305-83 0,-318 85 0,0 1 0,0 1 0,1 1 0,-1 0 0,1 2 0,0 0 0,0 1 0,0 0 0,-1 2 0,1 0 0,20 6 0,-30-5 0,0-1 0,0 0 0,0 0 0,0-1 0,1 0 0,14-1 0,-21 0 0,0 0 0,0-1 0,0 1 0,0-1 0,0 0 0,0 0 0,0 0 0,0 0 0,0-1 0,0 1 0,0-1 0,-1 0 0,1 1 0,-1-1 0,1 0 0,-1-1 0,0 1 0,0 0 0,0-1 0,0 1 0,0-1 0,2-3 0,-3-3 0,-8 11 0,-11 11 0,-140 179 0,47-51 0,-21 23 0,124-155 0,1 1 0,0 0 0,1 0 0,0 0 0,0 1 0,2 0 0,-1 0 0,-4 16 0,1 8 0,-6 52 0,9-66-1365,0-5-5461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4:57.359"/>
    </inkml:context>
    <inkml:brush xml:id="br0">
      <inkml:brushProperty name="width" value="0.05" units="cm"/>
      <inkml:brushProperty name="height" value="0.05" units="cm"/>
    </inkml:brush>
  </inkml:definitions>
  <inkml:trace contextRef="#ctx0" brushRef="#br0">0 507 24575,'10'-10'0,"-1"0"0,0-1 0,13-22 0,2-2 0,7-5 0,42-60 0,-62 83 0,-1 0 0,-1 0 0,-1 0 0,8-24 0,-13 28 0,0 0 0,1-25 0,-4 29 0,1 0 0,0 0 0,0 0 0,1 1 0,0-1 0,1 1 0,6-16 0,-9 23 0,1 1 0,-1-1 0,0 1 0,0-1 0,0 1 0,0 0 0,1-1 0,-1 1 0,0-1 0,1 1 0,-1-1 0,0 1 0,1 0 0,-1-1 0,0 1 0,1 0 0,-1-1 0,0 1 0,1 0 0,-1 0 0,1-1 0,-1 1 0,1 0 0,-1 0 0,1 0 0,-1 0 0,1 0 0,-1-1 0,1 1 0,-1 0 0,1 0 0,-1 0 0,1 0 0,0 1 0,0 0 0,0 0 0,-1 0 0,1-1 0,0 1 0,-1 0 0,1 0 0,-1 0 0,1 0 0,-1 0 0,0 0 0,1 0 0,-1 0 0,1 1 0,5 42 0,49 492 0,41-5 0,-92-514 0,8 29 0,-3 1 0,5 55 0,-14-101 2,0 11 337,0-12-364,0 0-1,0 0 1,0 0-1,0 0 1,0 0-1,0 0 1,0 1-1,0-1 1,0 0-1,0 0 1,0 0-1,0 0 1,0 0 0,0 0-1,0 1 1,0-1-1,0 0 1,0 0-1,0 0 1,0 0-1,0 0 1,0 0-1,0 0 1,0 1-1,0-1 1,0 0 0,0 0-1,-1 0 1,1 0-1,0 0 1,0 0-1,0 0 1,0 0-1,0 0 1,0 1-1,0-1 1,0 0-1,0 0 1,-1 0-1,1 0 1,0 0 0,0 0-1,0 0 1,0 0-1,0 0 1,0 0-1,-1 0 1,1 0-1,0 0 1,0 0-1,0 0 1,0 0-1,0 0 1,0 0 0,-1 0-1,1 0 1,0 0-1,0 0 1,0 0-1,0 0 1,0 0-1,0-1 1,0 1-1,0 0 1,-1 0-1,1 0 1,-6-8-6801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5:00.204"/>
    </inkml:context>
    <inkml:brush xml:id="br0">
      <inkml:brushProperty name="width" value="0.05" units="cm"/>
      <inkml:brushProperty name="height" value="0.05" units="cm"/>
    </inkml:brush>
  </inkml:definitions>
  <inkml:trace contextRef="#ctx0" brushRef="#br0">1 942 24575,'58'-25'0,"-17"10"0,102-41 0,80-29-959,212-85-3276,297-113 3493,9 33 1675,-702 238-914,4-1 389,0 2 0,69-10 0,-98 21-71,0 0-1,0 1 1,0 1 0,0 0-1,0 1 1,0 0 0,-1 1-1,26 12 1,18 4 393,204 37-730,5-20 0,-78-13 0,49 8 0,-233-32 0,0 1 0,1-1 0,-1 1 0,0 0 0,0 0 0,1 1 0,-1-1 0,0 1 0,-1 0 0,1 0 0,0 0 0,0 0 0,-1 1 0,0 0 0,1 0 0,-1 0 0,0 0 0,0 0 0,0 0 0,-1 1 0,1-1 0,-1 1 0,0 0 0,0 0 0,0 0 0,-1 0 0,1 0 0,-1 0 0,0 0 0,0 1 0,-1-1 0,1 0 0,-1 0 0,0 7 0,3 14 0,0 1 0,2-1 0,0 0 0,17 43 0,48 91 0,-31-77 0,18 41 0,5-2 0,5-2 0,110 145 0,-133-209 0,-12-16 0,-1 1 0,-3 2 0,25 45 0,-49-78 0,-1 0 0,0 0 0,0 0 0,-1 0 0,0 0 0,-1 0 0,1 1 0,-2-1 0,0 1 0,0-1 0,0 1 0,-1-1 0,-1 0 0,-4 17 0,1-10 0,0 0 0,-2-1 0,0 0 0,0-1 0,-2 1 0,0-1 0,-17 21 0,9-13 0,1 2 0,-17 33 0,20-33 0,-1-1 0,-30 38 0,24-36 0,2 1 0,0 1 0,-28 57 0,-30 96 0,58-133 0,-73 185-141,-158 384-487,233-581 628,-113 243 0,122-263 55,-1 0 0,-1-1 0,0 0 0,-1-1 0,-1 0 0,-18 18-1,22-25-28,0-1 0,0 0-1,0 0 1,0-1 0,-1 1-1,0-2 1,0 1 0,0-1-1,0 0 1,-1-1 0,1 0-1,-1 0 1,1-1 0,-11 0-1,-12-1-25,0-2 0,-37-6 0,-14-2 0,26 8 0,0 2 0,0 3 0,0 2 0,-104 23 0,-215 83 0,84-21 0,218-71 0,1-4 0,-81 7 0,87-18 0,0-2 0,0-3 0,0-3 0,1-3 0,-1-3 0,1-3 0,1-2 0,-102-40 0,144 47 0,1-2 0,0 0 0,1-2 0,1 0 0,-1-1 0,2-1 0,0-1 0,1-1 0,0 0 0,1-1 0,1 0 0,-16-25 0,8 1 0,0 0 0,3-1 0,-27-84 0,-22-139 0,46 168 0,-134-686 0,140 680 0,-19-106 0,24 167 0,-2 1 0,-35-74 0,15 39 0,-22-51 0,-44-113 0,99 236 0,-6-15 0,2 0 0,0 0 0,-5-33 0,10 48 0,-1 0 0,1 0 0,0-1 0,0 1 0,0 0 0,1 0 0,-1 0 0,1 0 0,0 0 0,0-1 0,1 1 0,-1 1 0,1-1 0,0 0 0,0 0 0,0 1 0,0-1 0,1 1 0,-1 0 0,1-1 0,0 1 0,0 0 0,6-4 0,5-1 0,-1 1 0,1 1 0,0 0 0,26-6 0,67-12 0,-69 17 0,66-14-72,251-58-734,558-218-2812,-689 219 2330,-127 44 1271,932-301-1441,-943 312 1375,-31 10-766</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5:02.873"/>
    </inkml:context>
    <inkml:brush xml:id="br0">
      <inkml:brushProperty name="width" value="0.05" units="cm"/>
      <inkml:brushProperty name="height" value="0.05" units="cm"/>
    </inkml:brush>
  </inkml:definitions>
  <inkml:trace contextRef="#ctx0" brushRef="#br0">2547 1 24575,'-125'40'0,"99"-33"0,-156 43 0,-951 292-5269,693-177 5235,24 38 594,379-183-233,1 3 0,-59 47 0,89-64-300,-1 1-1,1-1 1,0 1-1,1 0 1,0 0-1,0 1 1,-5 11-1,9-17 47,0-1-1,0 1 0,0 0 0,1 0 1,-1-1-1,1 1 0,-1 0 0,1 0 1,0 0-1,-1 0 0,1 0 0,0 0 1,0 0-1,1-1 0,-1 1 0,0 0 1,1 0-1,-1 0 0,1 0 0,-1 0 1,1-1-1,0 1 0,0 0 0,0 0 1,0-1-1,0 1 0,0-1 0,0 1 1,0-1-1,1 0 0,-1 1 0,1-1 1,-1 0-1,1 0 0,-1 0 0,1 0 1,0 0-1,2 1 0,4 1-16,0 0-1,0-1 0,0 0 1,0-1-1,0 0 1,12 1-1,54-4 245,-41 0-256,129-11-44,-137 9 0,-1-1 0,1-1 0,-2-2 0,36-15 0,14-16 0,110-78 0,-144 90 0,-1-2 0,42-43 0,-63 54 0,-1 1 0,0-2 0,-2 0 0,0-1 0,-2 0 0,15-32 0,-22 39 0,-1 0 0,-1 0 0,0 0 0,-1 0 0,1-16 0,-2 16 0,0 0 0,1 0 0,1 0 0,7-21 0,-10 34 0,0 0 0,0 0 0,0 0 0,0 0 0,0 1 0,0-1 0,0 0 0,0 0 0,0 0 0,0 0 0,0 0 0,0 0 0,0 0 0,0 0 0,0 0 0,0 0 0,0 0 0,0 0 0,0 0 0,1 0 0,-1 0 0,0 1 0,0-1 0,0 0 0,0 0 0,0 0 0,0 0 0,0 0 0,0 0 0,0 0 0,0 0 0,0 0 0,0 0 0,0 0 0,0 0 0,1 0 0,-1 0 0,0 0 0,0 0 0,0 0 0,0 0 0,0 0 0,0 0 0,0 0 0,0 0 0,0 0 0,0 0 0,0 0 0,0 0 0,0 0 0,1 0 0,-1-1 0,0 1 0,1 12 0,1 322 181,-4-174-1727,2-136-5280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5:03.861"/>
    </inkml:context>
    <inkml:brush xml:id="br0">
      <inkml:brushProperty name="width" value="0.05" units="cm"/>
      <inkml:brushProperty name="height" value="0.05" units="cm"/>
    </inkml:brush>
  </inkml:definitions>
  <inkml:trace contextRef="#ctx0" brushRef="#br0">0 300 24575,'41'-4'0,"94"-15"0,78-14 0,52-14-4324,9 1 4324,-35 3 0,-47 5 0,-53 9 1035,-54 9-1035,-46 8 769,-35 6-769,-22 4 0,-12 2 0,-6 2 2262,-6 0-2262,5 0-7933</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5:04.976"/>
    </inkml:context>
    <inkml:brush xml:id="br0">
      <inkml:brushProperty name="width" value="0.05" units="cm"/>
      <inkml:brushProperty name="height" value="0.05" units="cm"/>
    </inkml:brush>
  </inkml:definitions>
  <inkml:trace contextRef="#ctx0" brushRef="#br0">1 0 24575,'275'77'0,"-137"-36"0,14 7 0,-127-39 0,-1 2 0,0 1 0,-1 0 0,23 17 0,-44-28 0,0 1 0,0-1 0,0 0 0,-1 1 0,1-1 0,0 1 0,-1 0 0,1 0 0,-1-1 0,1 1 0,-1 0 0,0 0 0,0 0 0,0 0 0,0 1 0,0-1 0,-1 0 0,1 0 0,0 0 0,-1 1 0,1 3 0,-2-3 0,0 0 0,1-1 0,-1 1 0,0-1 0,-1 1 0,1-1 0,0 1 0,-1-1 0,1 0 0,-1 1 0,0-1 0,0 0 0,1 0 0,-2 0 0,1-1 0,0 1 0,0 0 0,-3 1 0,-17 12 0,0-2 0,-32 15 0,44-23 0,0 1 0,0 0 0,0 0 0,1 1 0,0 1 0,1-1 0,-1 2 0,-10 12 0,-4 10 0,-24 41 0,17-23 0,23-37 0,1 1 0,0 0 0,1-1 0,0 2 0,1-1 0,1 0 0,0 1 0,0 0 0,0 25 0,3-36-114,0 0 1,-1 0-1,0-1 0,1 1 0,-1 0 1,0 0-1,0 0 0,-1-1 0,1 1 1,0 0-1,-4 3 0,-6 5-6712</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5:06.475"/>
    </inkml:context>
    <inkml:brush xml:id="br0">
      <inkml:brushProperty name="width" value="0.05" units="cm"/>
      <inkml:brushProperty name="height" value="0.05" units="cm"/>
    </inkml:brush>
  </inkml:definitions>
  <inkml:trace contextRef="#ctx0" brushRef="#br0">35 1 24575,'0'114'0,"16"573"0,-5-344 0,-11-338 0,0-1 0,0 1 0,1 0 0,0 0 0,0 0 0,2 9 0,-2-14 0,-1 1 0,0 0 0,1 0 0,-1-1 0,1 1 0,-1 0 0,1-1 0,-1 1 0,1 0 0,-1-1 0,1 1 0,0-1 0,-1 1 0,1-1 0,0 1 0,-1-1 0,1 0 0,0 1 0,1-1 0,-1 1 0,0-1 0,0 0 0,1 0 0,-1-1 0,0 1 0,1 0 0,-1 0 0,0 0 0,0-1 0,0 1 0,1-1 0,-1 1 0,0-1 0,0 0 0,0 1 0,2-2 0,1-2 0,1 1 0,-1-1 0,0 1 0,-1-1 0,1-1 0,-1 1 0,0 0 0,0-1 0,0 0 0,3-7 0,2-7 0,8-31 0,-5 17 0,216-501 0,-137 342 0,-83 176 0,0 1 0,1 1 0,1-1 0,0 1 0,1 1 0,15-16 0,-21 25 0,-1 0 0,1 1 0,0-1 0,1 1 0,-1 0 0,1 0 0,-1 1 0,1 0 0,0-1 0,0 1 0,0 1 0,0-1 0,0 1 0,0 0 0,0 0 0,0 0 0,1 1 0,-1 0 0,0 0 0,0 0 0,1 1 0,-1 0 0,9 2 0,-11-2 0,1 0 0,-1 1 0,0-1 0,0 1 0,0 0 0,0 0 0,0 0 0,0 1 0,-1-1 0,1 0 0,-1 1 0,0 0 0,1 0 0,-1-1 0,0 1 0,-1 0 0,1 1 0,0-1 0,-1 0 0,0 0 0,0 1 0,0-1 0,1 7 0,0 7 0,0 0 0,-1 0 0,-2 29 0,1-29 0,-5 233 0,4-230 0,-1 1 0,0-1 0,-2 0 0,0 0 0,-1-1 0,-2 1 0,-8 20 0,-7 7 0,-44 69 0,-17 8 0,-5-4 0,-170 178 0,240-279 0,-28 22 0,38-35 0,0 0 0,-1 0 0,1-1 0,-1-1 0,0 1 0,-14 4 0,21-9-80,0 1 0,0-1-1,0 1 1,0-1 0,0 0-1,0 0 1,-1 0 0,1 0-1,0 0 1,0-1 0,0 1 0,0 0-1,0-1 1,-1 0 0,1 0-1,-2-1 1,-12-7-6746</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5:07.138"/>
    </inkml:context>
    <inkml:brush xml:id="br0">
      <inkml:brushProperty name="width" value="0.05" units="cm"/>
      <inkml:brushProperty name="height" value="0.05" units="cm"/>
    </inkml:brush>
  </inkml:definitions>
  <inkml:trace contextRef="#ctx0" brushRef="#br0">0 1 24575,'0'0'-8191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5:08.345"/>
    </inkml:context>
    <inkml:brush xml:id="br0">
      <inkml:brushProperty name="width" value="0.05" units="cm"/>
      <inkml:brushProperty name="height" value="0.05" units="cm"/>
    </inkml:brush>
  </inkml:definitions>
  <inkml:trace contextRef="#ctx0" brushRef="#br0">1 439 24575,'193'-37'0,"32"-5"-929,240-52-3588,241-62 4672,-511 112-303,41-6 1176,-187 41-828,-132 12 3812,-36-7-5178,81-2-5660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5:09.169"/>
    </inkml:context>
    <inkml:brush xml:id="br0">
      <inkml:brushProperty name="width" value="0.05" units="cm"/>
      <inkml:brushProperty name="height" value="0.05" units="cm"/>
    </inkml:brush>
  </inkml:definitions>
  <inkml:trace contextRef="#ctx0" brushRef="#br0">0 0 24575,'35'1'0,"0"2"0,55 12 0,-16-2 0,603 63 0,-659-75 0,49 6 0,-61-6 0,-1 0 0,1 1 0,-1-1 0,0 1 0,1 1 0,-1-1 0,0 1 0,-1 0 0,7 4 0,-10-6 0,0 0 0,0 0 0,0 0 0,0 0 0,0 1 0,0-1 0,0 0 0,-1 0 0,1 1 0,-1-1 0,1 1 0,-1-1 0,1 0 0,-1 1 0,0-1 0,1 1 0,-1-1 0,0 1 0,0-1 0,0 1 0,0-1 0,-1 1 0,1-1 0,0 1 0,0-1 0,-1 1 0,0 1 0,-2 4 0,0 0 0,-1 1 0,-8 11 0,6-10 0,-9 14 0,-1 0 0,-1-2 0,-2 0 0,0-1 0,-32 27 0,-118 74 0,132-99 0,-2-1 0,0-2 0,-1-2 0,-46 14 0,65-26-341,-1 0 0,-1-1-1,-26 1 1,14-3-6485</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5:10.137"/>
    </inkml:context>
    <inkml:brush xml:id="br0">
      <inkml:brushProperty name="width" value="0.05" units="cm"/>
      <inkml:brushProperty name="height" value="0.05" units="cm"/>
    </inkml:brush>
  </inkml:definitions>
  <inkml:trace contextRef="#ctx0" brushRef="#br0">0 236 24575,'9'0'0,"30"0"0,31-5 0,30 0 0,17-5 0,10-6 0,-2-8 0,-14 0 0,-8-1 0,-17 0 0,-18 3 0,-16 2 0,-13-1 0,-18 4 0,-16 4 0,-18 4 0,-17 9 0,-2 4-8191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5:10.923"/>
    </inkml:context>
    <inkml:brush xml:id="br0">
      <inkml:brushProperty name="width" value="0.05" units="cm"/>
      <inkml:brushProperty name="height" value="0.05" units="cm"/>
    </inkml:brush>
  </inkml:definitions>
  <inkml:trace contextRef="#ctx0" brushRef="#br0">0 398 24575,'9'-4'0,"26"-11"0,20-17 0,23-11 0,7-7 0,-1 0 0,-6 4 0,-13 5 0,-11 10 0,-12 10 0,-8 9 0,-9 2 0,-10-3 0,-7-2 0,-5 0-8191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5:13.040"/>
    </inkml:context>
    <inkml:brush xml:id="br0">
      <inkml:brushProperty name="width" value="0.05" units="cm"/>
      <inkml:brushProperty name="height" value="0.05" units="cm"/>
    </inkml:brush>
  </inkml:definitions>
  <inkml:trace contextRef="#ctx0" brushRef="#br0">670 0 24575,'-48'1'0,"0"2"0,0 2 0,-77 18 0,96-16 0,1 2 0,0 1 0,0 1 0,1 2 0,1 0 0,0 2 0,-25 18 0,38-22 0,0-1 0,1 2 0,0 0 0,1 0 0,1 1 0,0 1 0,1-1 0,0 2 0,1-1 0,0 1 0,2 0 0,-1 1 0,-5 24 0,6-14 0,1 1 0,2 0 0,0 0 0,2 0 0,1 0 0,1 0 0,8 43 0,-4-46 0,1 1 0,1-1 0,1-1 0,2 1 0,12 22 0,70 110 0,-61-106 0,58 84 0,-19-31 0,-63-92 0,-1 1 0,-1 0 0,5 16 0,-6-16 0,1-1 0,-1 0 0,12 18 0,-14-26 0,-1-1 0,1 0 0,0 0 0,0 0 0,0 0 0,1 0 0,-1-1 0,0 1 0,1 0 0,-1-1 0,1 0 0,-1 0 0,1 0 0,0 0 0,-1 0 0,1 0 0,0-1 0,0 1 0,0-1 0,-1 0 0,1 1 0,0-1 0,0-1 0,0 1 0,0 0 0,-1-1 0,1 0 0,0 1 0,4-3 0,6-2 0,-1 0 0,0-1 0,0-1 0,20-14 0,31-29 0,68-67 0,-43 37 0,18-15 0,153-176 0,-242 251 0,-2-1 0,23-38 0,-34 51 0,0 0 0,0 0 0,-1 0 0,-1 0 0,1-1 0,-1 1 0,-1-1 0,0 0 0,0 1 0,0-1 0,-2-14 0,1 22 0,0 0 0,0 0 0,0-1 0,0 1 0,0 0 0,0 0 0,0 0 0,0 0 0,-1 0 0,1 0 0,0 0 0,-1 0 0,1 0 0,-1 0 0,1 0 0,-1 0 0,0 0 0,1 0 0,-1 0 0,0 0 0,0 1 0,0-1 0,1 0 0,-1 1 0,0-1 0,0 0 0,0 1 0,0-1 0,0 1 0,0-1 0,0 1 0,0 0 0,-2-1 0,1 2 0,1-1 0,-1 0 0,1 1 0,-1 0 0,1-1 0,0 1 0,-1 0 0,1 0 0,0 0 0,0 0 0,-1 0 0,1 0 0,0 0 0,0 0 0,0 0 0,0 0 0,0 1 0,1-1 0,-1 0 0,0 1 0,1-1 0,-1 1 0,1-1 0,-1 3 0,-4 17 0,1 0 0,1 1 0,1-1 0,0 1 0,2-1 0,3 29 0,-1 3 0,-3-5 0,0-33 0,0 0 0,1 0 0,1 0 0,0 0 0,1 0 0,1-1 0,6 23 0,-7-34 0,0 0 0,0 0 0,0 0 0,1 0 0,-1-1 0,1 1 0,0-1 0,-1 0 0,1 1 0,0-1 0,0-1 0,1 1 0,-1 0 0,0-1 0,1 1 0,-1-1 0,1 0 0,-1 0 0,1-1 0,-1 1 0,1-1 0,7 0 0,0 1 0,1-1 0,0 0 0,0-1 0,0-1 0,21-5 0,-28 6 0,-1 0 0,0-1 0,1 1 0,-1-1 0,0 0 0,0 0 0,0-1 0,0 0 0,0 1 0,-1-1 0,1 0 0,-1 0 0,0-1 0,0 1 0,0-1 0,0 0 0,-1 0 0,1 0 0,1-4 0,-1-1 0,0-1 0,0 0 0,-1 0 0,0 0 0,-1 0 0,0 0 0,-1-18 0,0 8 0,-1 0 0,-1 0 0,0 0 0,-7-23 0,8 36 0,-2 0 0,1 1 0,-1-1 0,0 1 0,0 0 0,-1 0 0,1 0 0,-2 0 0,1 1 0,0-1 0,-1 1 0,0 0 0,0 1 0,-1-1 0,-9-5 0,3 3-114,-1 0 1,0 1-1,0 1 0,0 0 0,-1 0 1,0 2-1,1 0 0,-1 0 0,0 1 1,-1 1-1,-20 1 0,12 0-6712</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5:14.304"/>
    </inkml:context>
    <inkml:brush xml:id="br0">
      <inkml:brushProperty name="width" value="0.05" units="cm"/>
      <inkml:brushProperty name="height" value="0.05" units="cm"/>
    </inkml:brush>
  </inkml:definitions>
  <inkml:trace contextRef="#ctx0" brushRef="#br0">355 1 24575,'-5'4'0,"-1"0"0,1 0 0,-1-1 0,0 1 0,-6 1 0,-10 7 0,-11 9 0,2 1 0,0 1 0,-46 47 0,73-67 0,1 1 0,0 0 0,0 0 0,0 0 0,1 0 0,-1 0 0,1 0 0,0 1 0,1-1 0,-1 1 0,1 0 0,-1-1 0,1 1 0,1 0 0,-1 0 0,1 7 0,0-8 0,1 0 0,-1 0 0,1 0 0,0 0 0,1 0 0,-1 0 0,1-1 0,-1 1 0,1 0 0,0-1 0,0 1 0,1-1 0,-1 0 0,1 0 0,0 0 0,0 0 0,0 0 0,0-1 0,0 1 0,6 2 0,2 2 0,1-1 0,1-1 0,-1 0 0,1-1 0,0 0 0,0-1 0,0 0 0,16 0 0,7 0 0,67-4 0,-57-4 0,0-2 0,-1-1 0,0-3 0,50-18 0,-82 24 0,1 1 0,-1 1 0,0 0 0,1 1 0,0 0 0,-1 1 0,1 1 0,0 0 0,24 4 0,-31-3 0,-1 1 0,0-1 0,0 1 0,0 1 0,-1-1 0,1 1 0,0 0 0,-1 0 0,0 1 0,0-1 0,0 1 0,0 0 0,0 1 0,-1-1 0,0 1 0,0 0 0,0 0 0,-1 0 0,1 0 0,-1 1 0,0 0 0,-1-1 0,3 9 0,-2-4 0,-1 1 0,0 0 0,0 1 0,-2-1 0,1 0 0,-1 0 0,-1 0 0,0 0 0,0 0 0,-1 0 0,-1 0 0,-4 14 0,-2 0 0,-1 0 0,-1-1 0,-1-1 0,-17 26 0,0-7 0,-1-1 0,-2-1 0,-2-2 0,-2-1 0,-1-2 0,-2-2 0,-56 38 0,79-60 0,-1-1 0,-1-1 0,0-1 0,0 0 0,-1-1 0,-23 5 0,29-9 0,0-1 0,-1-1 0,1 0 0,-1 0 0,1-2 0,-1 1 0,1-2 0,-1 0 0,-25-7 0,19 2 0,-1-1 0,2-1 0,-1 0 0,1-1 0,-34-25 0,44 28 0,0-1 0,1 0 0,0 0 0,0-1 0,-10-15 0,14 19 0,1-1 0,0 1 0,0-1 0,1 0 0,0 0 0,0 0 0,0 0 0,1 0 0,-1-1 0,1-11 0,1 14-105,0 1 0,0 0 0,1 0 0,-1 0 0,1 0 0,0-1 0,0 1 0,0 0 0,1 0 0,-1 1 0,1-1 0,3-5 0,8-9-6721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5:15.805"/>
    </inkml:context>
    <inkml:brush xml:id="br0">
      <inkml:brushProperty name="width" value="0.05" units="cm"/>
      <inkml:brushProperty name="height" value="0.05" units="cm"/>
    </inkml:brush>
  </inkml:definitions>
  <inkml:trace contextRef="#ctx0" brushRef="#br0">56 215 24575,'-6'132'0,"-29"175"0,29-264 0,2-11 0,1 1 0,1 1 0,5 49 0,-1-75 0,0 0 0,0 0 0,0-1 0,1 1 0,0-1 0,1 1 0,-1-1 0,1 0 0,1-1 0,10 13 0,-5-7 0,0-1 0,1 0 0,1-1 0,23 16 0,-29-22 0,0-1 0,1 0 0,-1 0 0,1-1 0,-1 1 0,1-2 0,0 1 0,0-1 0,0 0 0,0 0 0,0-1 0,0 0 0,0 0 0,0-1 0,0 0 0,0 0 0,0 0 0,13-5 0,4-4 0,0 0 0,-1-1 0,38-25 0,-18 7 0,-2-3 0,-1-1 0,-1-2 0,59-69 0,-91 96 0,0-1 0,-1-1 0,0 1 0,0-1 0,-1 0 0,0-1 0,-1 1 0,0-1 0,0 0 0,-2 0 0,1 0 0,-1 0 0,-1 0 0,1-19 0,-3 14 0,0 0 0,-1 1 0,-1-1 0,0 1 0,-1 0 0,-1 0 0,0 0 0,-1 1 0,-1 0 0,-8-14 0,-3-3 0,0 1 0,-2 1 0,-2 1 0,0 1 0,-2 1 0,-48-41 0,39 41 0,1-1 0,-39-42 0,68 65-91,-1 0 0,0 0 0,0 1 0,-1 0 0,1-1 0,-1 2 0,1-1 0,-1 0 0,0 1 0,0 0 0,0 0 0,0 1 0,0-1 0,-7 0 0,-8-1-6735</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5:16.655"/>
    </inkml:context>
    <inkml:brush xml:id="br0">
      <inkml:brushProperty name="width" value="0.05" units="cm"/>
      <inkml:brushProperty name="height" value="0.05" units="cm"/>
    </inkml:brush>
  </inkml:definitions>
  <inkml:trace contextRef="#ctx0" brushRef="#br0">1 176 24575,'9'-4'0,"21"-11"0,14-7 0,10-5 0,-2-1 0,-3-2 0,-7 6 0,-5 6 0,-10 10 0,-9 12 0,-7 5-8191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5:18.836"/>
    </inkml:context>
    <inkml:brush xml:id="br0">
      <inkml:brushProperty name="width" value="0.05" units="cm"/>
      <inkml:brushProperty name="height" value="0.05" units="cm"/>
    </inkml:brush>
  </inkml:definitions>
  <inkml:trace contextRef="#ctx0" brushRef="#br0">1 0 24575,'95'19'0,"-61"-11"0,729 210-1278,-17 85 149,-717-289 1342,-1 2 0,0 1 0,-2 0 0,0 3 0,30 27 0,-43-34-110,0 1-1,-1-1 1,-1 2 0,-1-1-1,0 2 1,-1-1 0,0 1-1,-1 1 1,-1-1 0,8 32-1,-9-20-102,-1 0 0,-2 1 0,-1-1 0,-1 1 0,-2 0 0,-1-1 0,-1 1 0,-11 47 0,-5-4 0,-4 0 0,-34 76 0,-305 594 0,334-688 0,-25 42 0,-108 148 0,-366 519 0,523-756 0,-189 304-386,-16-11 13,194-279 373,8-12 0,1 0 0,-1 0 0,0-1 0,-17 15 0,23-23 0,1 0 0,0 0 0,0 1 0,-1-1 0,1 0 0,0 0 0,-1 1 0,1-1 0,0 0 0,-1 0 0,1 0 0,0 1 0,-1-1 0,1 0 0,0 0 0,-1 0 0,1 0 0,-1 0 0,1 0 0,0 0 0,-1 0 0,1 0 0,0 0 0,-1 0 0,1 0 0,-1 0 0,1 0 0,0 0 0,-1-1 0,1 1 0,0 0 0,-1 0 0,1 0 0,0-1 0,-1 1 0,1 0 0,0 0 0,-1-1 0,1 1 0,0 0 0,0 0 0,-1-1 0,1 1 0,0 0 0,0-1 0,0 1 0,0 0 0,-1-1 0,1 1 0,0 0 0,0-1 0,0 1 0,0-1 0,-2-25 0,2 25 0,12-185 542,-2 79-325,-8 80-218,60-654-644,-38 511 340,91-329 0,-101 452 305,-3 11 0,18-43 0,-25 74-6,-2 12 254,-1 16 510,-1-23-711,-8 123 40,-6 0 0,-32 137 1,-87 230-141,-55 28 53,183-498 0,0 1 0,0-1 0,2 1 0,1 0 0,0-1 0,2 1 0,0 0 0,2 0 0,6 36 0,-5-40 0,1 0 0,1 0 0,1-1 0,0 0 0,16 30 0,-16-36 0,0-1 0,1 0 0,0 0 0,0 0 0,1-1 0,0 0 0,1-1 0,-1 0 0,20 12 0,-4-7 0,0-1 0,0-1 0,1-1 0,0-1 0,1-1 0,-1-2 0,31 3 0,-3-3 0,1-3 0,77-6 0,-101 2 0,-1-2 0,0-1 0,0-1 0,0-1 0,-1-1 0,48-22 0,35-29 0,204-145 0,-314 203 0,8-5 0,-1 0 0,0-1 0,0 0 0,8-9 0,-14 12 0,1 1 0,-1-1 0,1 0 0,-1 0 0,-1-1 0,1 1 0,0 0 0,-1-1 0,0 1 0,0-1 0,0 1 0,0-8 0,0-45-1365,-2-6-5461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3T19:15:35.551"/>
    </inkml:context>
    <inkml:brush xml:id="br0">
      <inkml:brushProperty name="width" value="0.05" units="cm"/>
      <inkml:brushProperty name="height" value="0.05" units="cm"/>
    </inkml:brush>
  </inkml:definitions>
  <inkml:trace contextRef="#ctx0" brushRef="#br0">0 1589 24575,'1024'-16'-2793,"970"-24"512,-1457 19 1391,-7-55 309,391-146 700,18 19-136,-537 136 2353,-346 58-1057,-1 2 0,102 2 0,-113 6-1166,-1-3-1,67-10 1,86-28-181,168-46-123,105-25-323,1 23 218,46 27 296,-505 59 71,-1 0 1,0-1-1,0 0 0,0 0 0,-1-1 0,1-1 1,13-8-1,7-2 193,161-84-57,-38 18-247,-136 74 40,1 1 0,0 1 0,0 0 0,0 2 0,0 0 0,1 0 0,33 2 0,-3-2 0,512-56 0,27-3 0,-434 55 0,-432 11 0,-433-9 0,369-25 0,129 9 0,178 17 0,0-2 0,-45-15 0,44 12 0,32 8 0,-7-2 0,1 0 0,-1 1 0,-15-1 0,345 2 0,-154 3 0,852-26-1208,-1005 23 1223,-4 0 51,0 1 0,0 0-1,0 0 1,1 1 0,7 1 0,-14-1-43,0-1 0,0 1 0,0 0 0,0 0 0,0 0 0,-1 0 0,1 0 0,0 0 0,-1 0-1,1 0 1,-1 1 0,1-1 0,-1 0 0,1 1 0,-1-1 0,0 1 0,0 0 0,0 0 0,0-1 0,0 1 0,0 0 0,0 0 0,-1 0 0,1 0 0,0 2 0,1 13 2,0 0 0,-1 0 0,-1 0 1,0 0-1,-2 1 0,1-1 0,-7 24 0,1-20-25,0 1 0,-1-1 0,-1 0 0,-1-1 0,-1 0 0,-19 27 0,-92 105 0,118-148 0,-405 404 0,149-160 0,247-236 0,2 1 0,-1 0 0,2 1 0,-13 20 0,20-30 0,1 0 0,0 0 0,0 0 0,1 1 0,-1-1 0,1 0 0,0 0 0,0 1 0,0-1 0,1 1 0,0-1 0,-1 1 0,2-1 0,-1 1 0,0-1 0,1 0 0,0 1 0,0-1 0,0 0 0,1 1 0,3 6 0,3 0-1365,0-7-5461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AB43E7-8AAB-626E-09E3-66F68970AE1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F0571E62-0D9F-B922-8690-76D0BD82F8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83602D17-D5CE-5F16-EC04-3F8AF567F275}"/>
              </a:ext>
            </a:extLst>
          </p:cNvPr>
          <p:cNvSpPr>
            <a:spLocks noGrp="1"/>
          </p:cNvSpPr>
          <p:nvPr>
            <p:ph type="dt" sz="half" idx="10"/>
          </p:nvPr>
        </p:nvSpPr>
        <p:spPr/>
        <p:txBody>
          <a:bodyPr/>
          <a:lstStyle/>
          <a:p>
            <a:fld id="{7DFA870E-AA46-4650-BB78-EF721C124EDB}" type="datetimeFigureOut">
              <a:rPr lang="es-MX" smtClean="0"/>
              <a:t>13/02/2026</a:t>
            </a:fld>
            <a:endParaRPr lang="es-MX"/>
          </a:p>
        </p:txBody>
      </p:sp>
      <p:sp>
        <p:nvSpPr>
          <p:cNvPr id="5" name="Marcador de pie de página 4">
            <a:extLst>
              <a:ext uri="{FF2B5EF4-FFF2-40B4-BE49-F238E27FC236}">
                <a16:creationId xmlns:a16="http://schemas.microsoft.com/office/drawing/2014/main" id="{C2F2936D-9B9B-7497-6855-74540EFBAFF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51FCF42-265F-A823-EC76-44A81BC6ECBC}"/>
              </a:ext>
            </a:extLst>
          </p:cNvPr>
          <p:cNvSpPr>
            <a:spLocks noGrp="1"/>
          </p:cNvSpPr>
          <p:nvPr>
            <p:ph type="sldNum" sz="quarter" idx="12"/>
          </p:nvPr>
        </p:nvSpPr>
        <p:spPr/>
        <p:txBody>
          <a:bodyPr/>
          <a:lstStyle/>
          <a:p>
            <a:fld id="{FCF6CFFD-201C-4813-9A54-AE4C2B1664C3}" type="slidenum">
              <a:rPr lang="es-MX" smtClean="0"/>
              <a:t>‹Nº›</a:t>
            </a:fld>
            <a:endParaRPr lang="es-MX"/>
          </a:p>
        </p:txBody>
      </p:sp>
    </p:spTree>
    <p:extLst>
      <p:ext uri="{BB962C8B-B14F-4D97-AF65-F5344CB8AC3E}">
        <p14:creationId xmlns:p14="http://schemas.microsoft.com/office/powerpoint/2010/main" val="298473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E7C953-7571-A19F-0927-6390A80C980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6ED7511-024F-B6CF-14C1-C071A7F28A2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87AAE0A-8072-8DAA-1C30-ABEE093BE325}"/>
              </a:ext>
            </a:extLst>
          </p:cNvPr>
          <p:cNvSpPr>
            <a:spLocks noGrp="1"/>
          </p:cNvSpPr>
          <p:nvPr>
            <p:ph type="dt" sz="half" idx="10"/>
          </p:nvPr>
        </p:nvSpPr>
        <p:spPr/>
        <p:txBody>
          <a:bodyPr/>
          <a:lstStyle/>
          <a:p>
            <a:fld id="{7DFA870E-AA46-4650-BB78-EF721C124EDB}" type="datetimeFigureOut">
              <a:rPr lang="es-MX" smtClean="0"/>
              <a:t>13/02/2026</a:t>
            </a:fld>
            <a:endParaRPr lang="es-MX"/>
          </a:p>
        </p:txBody>
      </p:sp>
      <p:sp>
        <p:nvSpPr>
          <p:cNvPr id="5" name="Marcador de pie de página 4">
            <a:extLst>
              <a:ext uri="{FF2B5EF4-FFF2-40B4-BE49-F238E27FC236}">
                <a16:creationId xmlns:a16="http://schemas.microsoft.com/office/drawing/2014/main" id="{608E2255-3F76-A2D8-DBAD-CB5E07666A3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660A4E4-AE59-C4EC-1761-B9ED747C73E4}"/>
              </a:ext>
            </a:extLst>
          </p:cNvPr>
          <p:cNvSpPr>
            <a:spLocks noGrp="1"/>
          </p:cNvSpPr>
          <p:nvPr>
            <p:ph type="sldNum" sz="quarter" idx="12"/>
          </p:nvPr>
        </p:nvSpPr>
        <p:spPr/>
        <p:txBody>
          <a:bodyPr/>
          <a:lstStyle/>
          <a:p>
            <a:fld id="{FCF6CFFD-201C-4813-9A54-AE4C2B1664C3}" type="slidenum">
              <a:rPr lang="es-MX" smtClean="0"/>
              <a:t>‹Nº›</a:t>
            </a:fld>
            <a:endParaRPr lang="es-MX"/>
          </a:p>
        </p:txBody>
      </p:sp>
    </p:spTree>
    <p:extLst>
      <p:ext uri="{BB962C8B-B14F-4D97-AF65-F5344CB8AC3E}">
        <p14:creationId xmlns:p14="http://schemas.microsoft.com/office/powerpoint/2010/main" val="2658927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E1A046-CA0D-ED4F-0EB6-A9BA4D3B3D1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188625C-2016-4E7C-AF7A-60B2AA7A26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62641A8-0FF0-F30F-1857-D5FCC68DA51D}"/>
              </a:ext>
            </a:extLst>
          </p:cNvPr>
          <p:cNvSpPr>
            <a:spLocks noGrp="1"/>
          </p:cNvSpPr>
          <p:nvPr>
            <p:ph type="dt" sz="half" idx="10"/>
          </p:nvPr>
        </p:nvSpPr>
        <p:spPr/>
        <p:txBody>
          <a:bodyPr/>
          <a:lstStyle/>
          <a:p>
            <a:fld id="{7DFA870E-AA46-4650-BB78-EF721C124EDB}" type="datetimeFigureOut">
              <a:rPr lang="es-MX" smtClean="0"/>
              <a:t>13/02/2026</a:t>
            </a:fld>
            <a:endParaRPr lang="es-MX"/>
          </a:p>
        </p:txBody>
      </p:sp>
      <p:sp>
        <p:nvSpPr>
          <p:cNvPr id="5" name="Marcador de pie de página 4">
            <a:extLst>
              <a:ext uri="{FF2B5EF4-FFF2-40B4-BE49-F238E27FC236}">
                <a16:creationId xmlns:a16="http://schemas.microsoft.com/office/drawing/2014/main" id="{A31D6A9D-37E0-9449-AB18-6F2A7DAB97A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2D20B5C-3FA4-93B0-E3EC-5DE7D104B7B6}"/>
              </a:ext>
            </a:extLst>
          </p:cNvPr>
          <p:cNvSpPr>
            <a:spLocks noGrp="1"/>
          </p:cNvSpPr>
          <p:nvPr>
            <p:ph type="sldNum" sz="quarter" idx="12"/>
          </p:nvPr>
        </p:nvSpPr>
        <p:spPr/>
        <p:txBody>
          <a:bodyPr/>
          <a:lstStyle/>
          <a:p>
            <a:fld id="{FCF6CFFD-201C-4813-9A54-AE4C2B1664C3}" type="slidenum">
              <a:rPr lang="es-MX" smtClean="0"/>
              <a:t>‹Nº›</a:t>
            </a:fld>
            <a:endParaRPr lang="es-MX"/>
          </a:p>
        </p:txBody>
      </p:sp>
    </p:spTree>
    <p:extLst>
      <p:ext uri="{BB962C8B-B14F-4D97-AF65-F5344CB8AC3E}">
        <p14:creationId xmlns:p14="http://schemas.microsoft.com/office/powerpoint/2010/main" val="3413634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C7E9DB-0EA8-7EA6-8FFD-C8E3A8C6CE9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9F98433-F4F8-D180-3D9D-E0571AB2C53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CC6D87EF-41E1-B4D6-F4A2-1FF27E12B46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86642AD6-17F6-4976-ABCB-CC6D905F0123}"/>
              </a:ext>
            </a:extLst>
          </p:cNvPr>
          <p:cNvSpPr>
            <a:spLocks noGrp="1"/>
          </p:cNvSpPr>
          <p:nvPr>
            <p:ph type="dt" sz="half" idx="10"/>
          </p:nvPr>
        </p:nvSpPr>
        <p:spPr/>
        <p:txBody>
          <a:bodyPr/>
          <a:lstStyle/>
          <a:p>
            <a:fld id="{7DFA870E-AA46-4650-BB78-EF721C124EDB}" type="datetimeFigureOut">
              <a:rPr lang="es-MX" smtClean="0"/>
              <a:t>13/02/2026</a:t>
            </a:fld>
            <a:endParaRPr lang="es-MX"/>
          </a:p>
        </p:txBody>
      </p:sp>
      <p:sp>
        <p:nvSpPr>
          <p:cNvPr id="6" name="Marcador de pie de página 5">
            <a:extLst>
              <a:ext uri="{FF2B5EF4-FFF2-40B4-BE49-F238E27FC236}">
                <a16:creationId xmlns:a16="http://schemas.microsoft.com/office/drawing/2014/main" id="{656C5A4B-6EDF-2560-802B-B651458175F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7902DC6-447F-D3BD-C4F4-C21B2FF7D26D}"/>
              </a:ext>
            </a:extLst>
          </p:cNvPr>
          <p:cNvSpPr>
            <a:spLocks noGrp="1"/>
          </p:cNvSpPr>
          <p:nvPr>
            <p:ph type="sldNum" sz="quarter" idx="12"/>
          </p:nvPr>
        </p:nvSpPr>
        <p:spPr/>
        <p:txBody>
          <a:bodyPr/>
          <a:lstStyle/>
          <a:p>
            <a:fld id="{FCF6CFFD-201C-4813-9A54-AE4C2B1664C3}" type="slidenum">
              <a:rPr lang="es-MX" smtClean="0"/>
              <a:t>‹Nº›</a:t>
            </a:fld>
            <a:endParaRPr lang="es-MX"/>
          </a:p>
        </p:txBody>
      </p:sp>
    </p:spTree>
    <p:extLst>
      <p:ext uri="{BB962C8B-B14F-4D97-AF65-F5344CB8AC3E}">
        <p14:creationId xmlns:p14="http://schemas.microsoft.com/office/powerpoint/2010/main" val="816487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78C52D-F2E5-0807-0624-E09D50CE303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E479D938-278C-C4D8-9639-2A1EF20485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6156826-5341-068F-4647-E7F7DCDE382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B5271D8D-7316-2EAF-A387-99AFB51338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9BC2E80-3E42-CFC0-95A3-FCEE297D556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8886BE24-6E86-276B-7A03-FE0CC4650BE9}"/>
              </a:ext>
            </a:extLst>
          </p:cNvPr>
          <p:cNvSpPr>
            <a:spLocks noGrp="1"/>
          </p:cNvSpPr>
          <p:nvPr>
            <p:ph type="dt" sz="half" idx="10"/>
          </p:nvPr>
        </p:nvSpPr>
        <p:spPr/>
        <p:txBody>
          <a:bodyPr/>
          <a:lstStyle/>
          <a:p>
            <a:fld id="{7DFA870E-AA46-4650-BB78-EF721C124EDB}" type="datetimeFigureOut">
              <a:rPr lang="es-MX" smtClean="0"/>
              <a:t>13/02/2026</a:t>
            </a:fld>
            <a:endParaRPr lang="es-MX"/>
          </a:p>
        </p:txBody>
      </p:sp>
      <p:sp>
        <p:nvSpPr>
          <p:cNvPr id="8" name="Marcador de pie de página 7">
            <a:extLst>
              <a:ext uri="{FF2B5EF4-FFF2-40B4-BE49-F238E27FC236}">
                <a16:creationId xmlns:a16="http://schemas.microsoft.com/office/drawing/2014/main" id="{34DCA3C8-9024-0A6F-F76C-FB6654D049AB}"/>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A7B43E0-80BF-1A3A-A239-BF26C17A5730}"/>
              </a:ext>
            </a:extLst>
          </p:cNvPr>
          <p:cNvSpPr>
            <a:spLocks noGrp="1"/>
          </p:cNvSpPr>
          <p:nvPr>
            <p:ph type="sldNum" sz="quarter" idx="12"/>
          </p:nvPr>
        </p:nvSpPr>
        <p:spPr/>
        <p:txBody>
          <a:bodyPr/>
          <a:lstStyle/>
          <a:p>
            <a:fld id="{FCF6CFFD-201C-4813-9A54-AE4C2B1664C3}" type="slidenum">
              <a:rPr lang="es-MX" smtClean="0"/>
              <a:t>‹Nº›</a:t>
            </a:fld>
            <a:endParaRPr lang="es-MX"/>
          </a:p>
        </p:txBody>
      </p:sp>
    </p:spTree>
    <p:extLst>
      <p:ext uri="{BB962C8B-B14F-4D97-AF65-F5344CB8AC3E}">
        <p14:creationId xmlns:p14="http://schemas.microsoft.com/office/powerpoint/2010/main" val="1737097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A30BB7-C7D2-18A6-02F9-D29F59EC0D4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FA084660-BD41-57EB-F9BB-5101DECA0D31}"/>
              </a:ext>
            </a:extLst>
          </p:cNvPr>
          <p:cNvSpPr>
            <a:spLocks noGrp="1"/>
          </p:cNvSpPr>
          <p:nvPr>
            <p:ph type="dt" sz="half" idx="10"/>
          </p:nvPr>
        </p:nvSpPr>
        <p:spPr/>
        <p:txBody>
          <a:bodyPr/>
          <a:lstStyle/>
          <a:p>
            <a:fld id="{7DFA870E-AA46-4650-BB78-EF721C124EDB}" type="datetimeFigureOut">
              <a:rPr lang="es-MX" smtClean="0"/>
              <a:t>13/02/2026</a:t>
            </a:fld>
            <a:endParaRPr lang="es-MX"/>
          </a:p>
        </p:txBody>
      </p:sp>
      <p:sp>
        <p:nvSpPr>
          <p:cNvPr id="4" name="Marcador de pie de página 3">
            <a:extLst>
              <a:ext uri="{FF2B5EF4-FFF2-40B4-BE49-F238E27FC236}">
                <a16:creationId xmlns:a16="http://schemas.microsoft.com/office/drawing/2014/main" id="{DB7B0158-A52C-8AC4-CCC8-49BFD07A64B1}"/>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52D6E352-DC9F-3AD9-20B7-68899DE69E5D}"/>
              </a:ext>
            </a:extLst>
          </p:cNvPr>
          <p:cNvSpPr>
            <a:spLocks noGrp="1"/>
          </p:cNvSpPr>
          <p:nvPr>
            <p:ph type="sldNum" sz="quarter" idx="12"/>
          </p:nvPr>
        </p:nvSpPr>
        <p:spPr/>
        <p:txBody>
          <a:bodyPr/>
          <a:lstStyle/>
          <a:p>
            <a:fld id="{FCF6CFFD-201C-4813-9A54-AE4C2B1664C3}" type="slidenum">
              <a:rPr lang="es-MX" smtClean="0"/>
              <a:t>‹Nº›</a:t>
            </a:fld>
            <a:endParaRPr lang="es-MX"/>
          </a:p>
        </p:txBody>
      </p:sp>
    </p:spTree>
    <p:extLst>
      <p:ext uri="{BB962C8B-B14F-4D97-AF65-F5344CB8AC3E}">
        <p14:creationId xmlns:p14="http://schemas.microsoft.com/office/powerpoint/2010/main" val="2347767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6CAD426-CD32-A540-BC93-A4D2B665A092}"/>
              </a:ext>
            </a:extLst>
          </p:cNvPr>
          <p:cNvSpPr>
            <a:spLocks noGrp="1"/>
          </p:cNvSpPr>
          <p:nvPr>
            <p:ph type="dt" sz="half" idx="10"/>
          </p:nvPr>
        </p:nvSpPr>
        <p:spPr/>
        <p:txBody>
          <a:bodyPr/>
          <a:lstStyle/>
          <a:p>
            <a:fld id="{7DFA870E-AA46-4650-BB78-EF721C124EDB}" type="datetimeFigureOut">
              <a:rPr lang="es-MX" smtClean="0"/>
              <a:t>13/02/2026</a:t>
            </a:fld>
            <a:endParaRPr lang="es-MX"/>
          </a:p>
        </p:txBody>
      </p:sp>
      <p:sp>
        <p:nvSpPr>
          <p:cNvPr id="3" name="Marcador de pie de página 2">
            <a:extLst>
              <a:ext uri="{FF2B5EF4-FFF2-40B4-BE49-F238E27FC236}">
                <a16:creationId xmlns:a16="http://schemas.microsoft.com/office/drawing/2014/main" id="{82D1ECA5-C2E0-EBB9-9FD9-2B4C063E206F}"/>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414C1230-01B0-57C8-0D0A-D7788404E4A4}"/>
              </a:ext>
            </a:extLst>
          </p:cNvPr>
          <p:cNvSpPr>
            <a:spLocks noGrp="1"/>
          </p:cNvSpPr>
          <p:nvPr>
            <p:ph type="sldNum" sz="quarter" idx="12"/>
          </p:nvPr>
        </p:nvSpPr>
        <p:spPr/>
        <p:txBody>
          <a:bodyPr/>
          <a:lstStyle/>
          <a:p>
            <a:fld id="{FCF6CFFD-201C-4813-9A54-AE4C2B1664C3}" type="slidenum">
              <a:rPr lang="es-MX" smtClean="0"/>
              <a:t>‹Nº›</a:t>
            </a:fld>
            <a:endParaRPr lang="es-MX"/>
          </a:p>
        </p:txBody>
      </p:sp>
    </p:spTree>
    <p:extLst>
      <p:ext uri="{BB962C8B-B14F-4D97-AF65-F5344CB8AC3E}">
        <p14:creationId xmlns:p14="http://schemas.microsoft.com/office/powerpoint/2010/main" val="4248796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DA587D-1103-69DD-798C-10251F5E88D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6827913-6ED6-E113-6356-82D492AF87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D15614BD-67A5-E9CD-6D65-165FA4EF18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175691C-5F7A-239A-EB89-6634EF0E36CE}"/>
              </a:ext>
            </a:extLst>
          </p:cNvPr>
          <p:cNvSpPr>
            <a:spLocks noGrp="1"/>
          </p:cNvSpPr>
          <p:nvPr>
            <p:ph type="dt" sz="half" idx="10"/>
          </p:nvPr>
        </p:nvSpPr>
        <p:spPr/>
        <p:txBody>
          <a:bodyPr/>
          <a:lstStyle/>
          <a:p>
            <a:fld id="{7DFA870E-AA46-4650-BB78-EF721C124EDB}" type="datetimeFigureOut">
              <a:rPr lang="es-MX" smtClean="0"/>
              <a:t>13/02/2026</a:t>
            </a:fld>
            <a:endParaRPr lang="es-MX"/>
          </a:p>
        </p:txBody>
      </p:sp>
      <p:sp>
        <p:nvSpPr>
          <p:cNvPr id="6" name="Marcador de pie de página 5">
            <a:extLst>
              <a:ext uri="{FF2B5EF4-FFF2-40B4-BE49-F238E27FC236}">
                <a16:creationId xmlns:a16="http://schemas.microsoft.com/office/drawing/2014/main" id="{285AF328-F68C-E120-3D95-641F21108C9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B3A3757-D36B-42F4-7C3D-4CC14872E181}"/>
              </a:ext>
            </a:extLst>
          </p:cNvPr>
          <p:cNvSpPr>
            <a:spLocks noGrp="1"/>
          </p:cNvSpPr>
          <p:nvPr>
            <p:ph type="sldNum" sz="quarter" idx="12"/>
          </p:nvPr>
        </p:nvSpPr>
        <p:spPr/>
        <p:txBody>
          <a:bodyPr/>
          <a:lstStyle/>
          <a:p>
            <a:fld id="{FCF6CFFD-201C-4813-9A54-AE4C2B1664C3}" type="slidenum">
              <a:rPr lang="es-MX" smtClean="0"/>
              <a:t>‹Nº›</a:t>
            </a:fld>
            <a:endParaRPr lang="es-MX"/>
          </a:p>
        </p:txBody>
      </p:sp>
    </p:spTree>
    <p:extLst>
      <p:ext uri="{BB962C8B-B14F-4D97-AF65-F5344CB8AC3E}">
        <p14:creationId xmlns:p14="http://schemas.microsoft.com/office/powerpoint/2010/main" val="3586377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9DBBD5-9FA9-DC5D-AB1D-50EA0044884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72959064-CD76-D16E-C8C7-44BFCF7F01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89615B0-F9D5-CED0-F21F-DED04566E5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63FCBD7-480D-1C6B-8AF8-90454FCD924A}"/>
              </a:ext>
            </a:extLst>
          </p:cNvPr>
          <p:cNvSpPr>
            <a:spLocks noGrp="1"/>
          </p:cNvSpPr>
          <p:nvPr>
            <p:ph type="dt" sz="half" idx="10"/>
          </p:nvPr>
        </p:nvSpPr>
        <p:spPr/>
        <p:txBody>
          <a:bodyPr/>
          <a:lstStyle/>
          <a:p>
            <a:fld id="{7DFA870E-AA46-4650-BB78-EF721C124EDB}" type="datetimeFigureOut">
              <a:rPr lang="es-MX" smtClean="0"/>
              <a:t>13/02/2026</a:t>
            </a:fld>
            <a:endParaRPr lang="es-MX"/>
          </a:p>
        </p:txBody>
      </p:sp>
      <p:sp>
        <p:nvSpPr>
          <p:cNvPr id="6" name="Marcador de pie de página 5">
            <a:extLst>
              <a:ext uri="{FF2B5EF4-FFF2-40B4-BE49-F238E27FC236}">
                <a16:creationId xmlns:a16="http://schemas.microsoft.com/office/drawing/2014/main" id="{786FBAC5-D644-3B89-1718-855B009707F4}"/>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A75883D-30F5-40DE-B32F-4C68D8AC05AD}"/>
              </a:ext>
            </a:extLst>
          </p:cNvPr>
          <p:cNvSpPr>
            <a:spLocks noGrp="1"/>
          </p:cNvSpPr>
          <p:nvPr>
            <p:ph type="sldNum" sz="quarter" idx="12"/>
          </p:nvPr>
        </p:nvSpPr>
        <p:spPr/>
        <p:txBody>
          <a:bodyPr/>
          <a:lstStyle/>
          <a:p>
            <a:fld id="{FCF6CFFD-201C-4813-9A54-AE4C2B1664C3}" type="slidenum">
              <a:rPr lang="es-MX" smtClean="0"/>
              <a:t>‹Nº›</a:t>
            </a:fld>
            <a:endParaRPr lang="es-MX"/>
          </a:p>
        </p:txBody>
      </p:sp>
    </p:spTree>
    <p:extLst>
      <p:ext uri="{BB962C8B-B14F-4D97-AF65-F5344CB8AC3E}">
        <p14:creationId xmlns:p14="http://schemas.microsoft.com/office/powerpoint/2010/main" val="3057189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4FBB8A-A764-EBD5-AA82-F51BFB87E93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3C146380-06E2-FDBA-E340-8231BB67B38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F754C38-0AA5-B9AA-C6EC-2A7CC98F3D6A}"/>
              </a:ext>
            </a:extLst>
          </p:cNvPr>
          <p:cNvSpPr>
            <a:spLocks noGrp="1"/>
          </p:cNvSpPr>
          <p:nvPr>
            <p:ph type="dt" sz="half" idx="10"/>
          </p:nvPr>
        </p:nvSpPr>
        <p:spPr/>
        <p:txBody>
          <a:bodyPr/>
          <a:lstStyle/>
          <a:p>
            <a:fld id="{7DFA870E-AA46-4650-BB78-EF721C124EDB}" type="datetimeFigureOut">
              <a:rPr lang="es-MX" smtClean="0"/>
              <a:t>13/02/2026</a:t>
            </a:fld>
            <a:endParaRPr lang="es-MX"/>
          </a:p>
        </p:txBody>
      </p:sp>
      <p:sp>
        <p:nvSpPr>
          <p:cNvPr id="5" name="Marcador de pie de página 4">
            <a:extLst>
              <a:ext uri="{FF2B5EF4-FFF2-40B4-BE49-F238E27FC236}">
                <a16:creationId xmlns:a16="http://schemas.microsoft.com/office/drawing/2014/main" id="{A7148F04-541F-1725-BA96-D511BF18AC0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1A8BBBA-2D38-215C-69C1-2C4FC6A216B4}"/>
              </a:ext>
            </a:extLst>
          </p:cNvPr>
          <p:cNvSpPr>
            <a:spLocks noGrp="1"/>
          </p:cNvSpPr>
          <p:nvPr>
            <p:ph type="sldNum" sz="quarter" idx="12"/>
          </p:nvPr>
        </p:nvSpPr>
        <p:spPr/>
        <p:txBody>
          <a:bodyPr/>
          <a:lstStyle/>
          <a:p>
            <a:fld id="{FCF6CFFD-201C-4813-9A54-AE4C2B1664C3}" type="slidenum">
              <a:rPr lang="es-MX" smtClean="0"/>
              <a:t>‹Nº›</a:t>
            </a:fld>
            <a:endParaRPr lang="es-MX"/>
          </a:p>
        </p:txBody>
      </p:sp>
    </p:spTree>
    <p:extLst>
      <p:ext uri="{BB962C8B-B14F-4D97-AF65-F5344CB8AC3E}">
        <p14:creationId xmlns:p14="http://schemas.microsoft.com/office/powerpoint/2010/main" val="2484553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E899EE6-2C46-CFA6-ED03-D00EB140DB7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C2EAEA0E-57EE-467C-45F6-5A3C798BD39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30F834A-7F98-4229-6A2A-0DAB6CA12418}"/>
              </a:ext>
            </a:extLst>
          </p:cNvPr>
          <p:cNvSpPr>
            <a:spLocks noGrp="1"/>
          </p:cNvSpPr>
          <p:nvPr>
            <p:ph type="dt" sz="half" idx="10"/>
          </p:nvPr>
        </p:nvSpPr>
        <p:spPr/>
        <p:txBody>
          <a:bodyPr/>
          <a:lstStyle/>
          <a:p>
            <a:fld id="{7DFA870E-AA46-4650-BB78-EF721C124EDB}" type="datetimeFigureOut">
              <a:rPr lang="es-MX" smtClean="0"/>
              <a:t>13/02/2026</a:t>
            </a:fld>
            <a:endParaRPr lang="es-MX"/>
          </a:p>
        </p:txBody>
      </p:sp>
      <p:sp>
        <p:nvSpPr>
          <p:cNvPr id="5" name="Marcador de pie de página 4">
            <a:extLst>
              <a:ext uri="{FF2B5EF4-FFF2-40B4-BE49-F238E27FC236}">
                <a16:creationId xmlns:a16="http://schemas.microsoft.com/office/drawing/2014/main" id="{17A0CFB3-1517-2454-7F82-51103930521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2CDC274-D8DF-4206-A0D0-0DAC20FA3C63}"/>
              </a:ext>
            </a:extLst>
          </p:cNvPr>
          <p:cNvSpPr>
            <a:spLocks noGrp="1"/>
          </p:cNvSpPr>
          <p:nvPr>
            <p:ph type="sldNum" sz="quarter" idx="12"/>
          </p:nvPr>
        </p:nvSpPr>
        <p:spPr/>
        <p:txBody>
          <a:bodyPr/>
          <a:lstStyle/>
          <a:p>
            <a:fld id="{FCF6CFFD-201C-4813-9A54-AE4C2B1664C3}" type="slidenum">
              <a:rPr lang="es-MX" smtClean="0"/>
              <a:t>‹Nº›</a:t>
            </a:fld>
            <a:endParaRPr lang="es-MX"/>
          </a:p>
        </p:txBody>
      </p:sp>
    </p:spTree>
    <p:extLst>
      <p:ext uri="{BB962C8B-B14F-4D97-AF65-F5344CB8AC3E}">
        <p14:creationId xmlns:p14="http://schemas.microsoft.com/office/powerpoint/2010/main" val="3485655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769BE50-BC77-14A9-14E3-5189457213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1CD65F32-C96B-2888-6B48-B43D76971C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24F64CD-F020-E3E4-4C4E-562536BBD8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FA870E-AA46-4650-BB78-EF721C124EDB}" type="datetimeFigureOut">
              <a:rPr lang="es-MX" smtClean="0"/>
              <a:t>13/02/2026</a:t>
            </a:fld>
            <a:endParaRPr lang="es-MX"/>
          </a:p>
        </p:txBody>
      </p:sp>
      <p:sp>
        <p:nvSpPr>
          <p:cNvPr id="5" name="Marcador de pie de página 4">
            <a:extLst>
              <a:ext uri="{FF2B5EF4-FFF2-40B4-BE49-F238E27FC236}">
                <a16:creationId xmlns:a16="http://schemas.microsoft.com/office/drawing/2014/main" id="{A9F3CAB4-ABD3-361C-DD8E-D2EC13CFE5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21204818-572E-0360-8330-3C4CE50602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F6CFFD-201C-4813-9A54-AE4C2B1664C3}" type="slidenum">
              <a:rPr lang="es-MX" smtClean="0"/>
              <a:t>‹Nº›</a:t>
            </a:fld>
            <a:endParaRPr lang="es-MX"/>
          </a:p>
        </p:txBody>
      </p:sp>
    </p:spTree>
    <p:extLst>
      <p:ext uri="{BB962C8B-B14F-4D97-AF65-F5344CB8AC3E}">
        <p14:creationId xmlns:p14="http://schemas.microsoft.com/office/powerpoint/2010/main" val="27638272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arxiv.org/abs/1301.3781"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6" Type="http://schemas.openxmlformats.org/officeDocument/2006/relationships/image" Target="../media/image18.png"/><Relationship Id="rId117" Type="http://schemas.openxmlformats.org/officeDocument/2006/relationships/image" Target="../media/image63.png"/><Relationship Id="rId21" Type="http://schemas.openxmlformats.org/officeDocument/2006/relationships/customXml" Target="../ink/ink11.xml"/><Relationship Id="rId42" Type="http://schemas.openxmlformats.org/officeDocument/2006/relationships/image" Target="../media/image26.png"/><Relationship Id="rId47" Type="http://schemas.openxmlformats.org/officeDocument/2006/relationships/customXml" Target="../ink/ink24.xml"/><Relationship Id="rId63" Type="http://schemas.openxmlformats.org/officeDocument/2006/relationships/customXml" Target="../ink/ink32.xml"/><Relationship Id="rId68" Type="http://schemas.openxmlformats.org/officeDocument/2006/relationships/image" Target="../media/image39.png"/><Relationship Id="rId84" Type="http://schemas.openxmlformats.org/officeDocument/2006/relationships/image" Target="../media/image47.png"/><Relationship Id="rId89" Type="http://schemas.openxmlformats.org/officeDocument/2006/relationships/customXml" Target="../ink/ink45.xml"/><Relationship Id="rId112" Type="http://schemas.openxmlformats.org/officeDocument/2006/relationships/customXml" Target="../ink/ink57.xml"/><Relationship Id="rId16" Type="http://schemas.openxmlformats.org/officeDocument/2006/relationships/customXml" Target="../ink/ink8.xml"/><Relationship Id="rId107" Type="http://schemas.openxmlformats.org/officeDocument/2006/relationships/image" Target="../media/image58.png"/><Relationship Id="rId11" Type="http://schemas.openxmlformats.org/officeDocument/2006/relationships/image" Target="../media/image11.png"/><Relationship Id="rId32" Type="http://schemas.openxmlformats.org/officeDocument/2006/relationships/image" Target="../media/image21.png"/><Relationship Id="rId37" Type="http://schemas.openxmlformats.org/officeDocument/2006/relationships/customXml" Target="../ink/ink19.xml"/><Relationship Id="rId53" Type="http://schemas.openxmlformats.org/officeDocument/2006/relationships/customXml" Target="../ink/ink27.xml"/><Relationship Id="rId58" Type="http://schemas.openxmlformats.org/officeDocument/2006/relationships/image" Target="../media/image34.png"/><Relationship Id="rId74" Type="http://schemas.openxmlformats.org/officeDocument/2006/relationships/image" Target="../media/image42.png"/><Relationship Id="rId79" Type="http://schemas.openxmlformats.org/officeDocument/2006/relationships/customXml" Target="../ink/ink40.xml"/><Relationship Id="rId102" Type="http://schemas.openxmlformats.org/officeDocument/2006/relationships/customXml" Target="../ink/ink52.xml"/><Relationship Id="rId5" Type="http://schemas.openxmlformats.org/officeDocument/2006/relationships/image" Target="../media/image8.png"/><Relationship Id="rId90" Type="http://schemas.openxmlformats.org/officeDocument/2006/relationships/image" Target="../media/image50.png"/><Relationship Id="rId95" Type="http://schemas.openxmlformats.org/officeDocument/2006/relationships/customXml" Target="../ink/ink48.xml"/><Relationship Id="rId22" Type="http://schemas.openxmlformats.org/officeDocument/2006/relationships/image" Target="../media/image16.png"/><Relationship Id="rId27" Type="http://schemas.openxmlformats.org/officeDocument/2006/relationships/customXml" Target="../ink/ink14.xml"/><Relationship Id="rId43" Type="http://schemas.openxmlformats.org/officeDocument/2006/relationships/customXml" Target="../ink/ink22.xml"/><Relationship Id="rId48" Type="http://schemas.openxmlformats.org/officeDocument/2006/relationships/image" Target="../media/image29.png"/><Relationship Id="rId64" Type="http://schemas.openxmlformats.org/officeDocument/2006/relationships/image" Target="../media/image37.png"/><Relationship Id="rId69" Type="http://schemas.openxmlformats.org/officeDocument/2006/relationships/customXml" Target="../ink/ink35.xml"/><Relationship Id="rId113" Type="http://schemas.openxmlformats.org/officeDocument/2006/relationships/image" Target="../media/image61.png"/><Relationship Id="rId118" Type="http://schemas.openxmlformats.org/officeDocument/2006/relationships/customXml" Target="../ink/ink60.xml"/><Relationship Id="rId80" Type="http://schemas.openxmlformats.org/officeDocument/2006/relationships/image" Target="../media/image45.png"/><Relationship Id="rId85" Type="http://schemas.openxmlformats.org/officeDocument/2006/relationships/customXml" Target="../ink/ink43.xml"/><Relationship Id="rId12" Type="http://schemas.openxmlformats.org/officeDocument/2006/relationships/customXml" Target="../ink/ink6.xml"/><Relationship Id="rId17" Type="http://schemas.openxmlformats.org/officeDocument/2006/relationships/image" Target="../media/image14.png"/><Relationship Id="rId33" Type="http://schemas.openxmlformats.org/officeDocument/2006/relationships/customXml" Target="../ink/ink17.xml"/><Relationship Id="rId38" Type="http://schemas.openxmlformats.org/officeDocument/2006/relationships/image" Target="../media/image24.png"/><Relationship Id="rId59" Type="http://schemas.openxmlformats.org/officeDocument/2006/relationships/customXml" Target="../ink/ink30.xml"/><Relationship Id="rId103" Type="http://schemas.openxmlformats.org/officeDocument/2006/relationships/image" Target="../media/image56.png"/><Relationship Id="rId108" Type="http://schemas.openxmlformats.org/officeDocument/2006/relationships/customXml" Target="../ink/ink55.xml"/><Relationship Id="rId54" Type="http://schemas.openxmlformats.org/officeDocument/2006/relationships/image" Target="../media/image32.png"/><Relationship Id="rId70" Type="http://schemas.openxmlformats.org/officeDocument/2006/relationships/image" Target="../media/image40.png"/><Relationship Id="rId75" Type="http://schemas.openxmlformats.org/officeDocument/2006/relationships/customXml" Target="../ink/ink38.xml"/><Relationship Id="rId91" Type="http://schemas.openxmlformats.org/officeDocument/2006/relationships/customXml" Target="../ink/ink46.xml"/><Relationship Id="rId96"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customXml" Target="../ink/ink3.xml"/><Relationship Id="rId23" Type="http://schemas.openxmlformats.org/officeDocument/2006/relationships/customXml" Target="../ink/ink12.xml"/><Relationship Id="rId28" Type="http://schemas.openxmlformats.org/officeDocument/2006/relationships/image" Target="../media/image19.png"/><Relationship Id="rId49" Type="http://schemas.openxmlformats.org/officeDocument/2006/relationships/customXml" Target="../ink/ink25.xml"/><Relationship Id="rId114" Type="http://schemas.openxmlformats.org/officeDocument/2006/relationships/customXml" Target="../ink/ink58.xml"/><Relationship Id="rId119" Type="http://schemas.openxmlformats.org/officeDocument/2006/relationships/image" Target="../media/image64.png"/><Relationship Id="rId44" Type="http://schemas.openxmlformats.org/officeDocument/2006/relationships/image" Target="../media/image27.png"/><Relationship Id="rId60" Type="http://schemas.openxmlformats.org/officeDocument/2006/relationships/image" Target="../media/image35.png"/><Relationship Id="rId65" Type="http://schemas.openxmlformats.org/officeDocument/2006/relationships/customXml" Target="../ink/ink33.xml"/><Relationship Id="rId81" Type="http://schemas.openxmlformats.org/officeDocument/2006/relationships/customXml" Target="../ink/ink41.xml"/><Relationship Id="rId86" Type="http://schemas.openxmlformats.org/officeDocument/2006/relationships/image" Target="../media/image48.png"/><Relationship Id="rId4" Type="http://schemas.openxmlformats.org/officeDocument/2006/relationships/customXml" Target="../ink/ink2.xml"/><Relationship Id="rId9" Type="http://schemas.openxmlformats.org/officeDocument/2006/relationships/image" Target="../media/image10.png"/><Relationship Id="rId13" Type="http://schemas.openxmlformats.org/officeDocument/2006/relationships/image" Target="../media/image12.png"/><Relationship Id="rId18" Type="http://schemas.openxmlformats.org/officeDocument/2006/relationships/customXml" Target="../ink/ink9.xml"/><Relationship Id="rId39" Type="http://schemas.openxmlformats.org/officeDocument/2006/relationships/customXml" Target="../ink/ink20.xml"/><Relationship Id="rId109" Type="http://schemas.openxmlformats.org/officeDocument/2006/relationships/image" Target="../media/image59.png"/><Relationship Id="rId34" Type="http://schemas.openxmlformats.org/officeDocument/2006/relationships/image" Target="../media/image22.png"/><Relationship Id="rId50" Type="http://schemas.openxmlformats.org/officeDocument/2006/relationships/image" Target="../media/image30.png"/><Relationship Id="rId55" Type="http://schemas.openxmlformats.org/officeDocument/2006/relationships/customXml" Target="../ink/ink28.xml"/><Relationship Id="rId76" Type="http://schemas.openxmlformats.org/officeDocument/2006/relationships/image" Target="../media/image43.png"/><Relationship Id="rId97" Type="http://schemas.openxmlformats.org/officeDocument/2006/relationships/customXml" Target="../ink/ink49.xml"/><Relationship Id="rId104" Type="http://schemas.openxmlformats.org/officeDocument/2006/relationships/customXml" Target="../ink/ink53.xml"/><Relationship Id="rId120" Type="http://schemas.openxmlformats.org/officeDocument/2006/relationships/customXml" Target="../ink/ink61.xml"/><Relationship Id="rId7" Type="http://schemas.openxmlformats.org/officeDocument/2006/relationships/image" Target="../media/image9.png"/><Relationship Id="rId71" Type="http://schemas.openxmlformats.org/officeDocument/2006/relationships/customXml" Target="../ink/ink36.xml"/><Relationship Id="rId92" Type="http://schemas.openxmlformats.org/officeDocument/2006/relationships/image" Target="../media/image51.png"/><Relationship Id="rId2" Type="http://schemas.openxmlformats.org/officeDocument/2006/relationships/customXml" Target="../ink/ink1.xml"/><Relationship Id="rId29" Type="http://schemas.openxmlformats.org/officeDocument/2006/relationships/customXml" Target="../ink/ink15.xml"/><Relationship Id="rId24" Type="http://schemas.openxmlformats.org/officeDocument/2006/relationships/image" Target="../media/image17.png"/><Relationship Id="rId40" Type="http://schemas.openxmlformats.org/officeDocument/2006/relationships/image" Target="../media/image25.png"/><Relationship Id="rId45" Type="http://schemas.openxmlformats.org/officeDocument/2006/relationships/customXml" Target="../ink/ink23.xml"/><Relationship Id="rId66" Type="http://schemas.openxmlformats.org/officeDocument/2006/relationships/image" Target="../media/image38.png"/><Relationship Id="rId87" Type="http://schemas.openxmlformats.org/officeDocument/2006/relationships/customXml" Target="../ink/ink44.xml"/><Relationship Id="rId110" Type="http://schemas.openxmlformats.org/officeDocument/2006/relationships/customXml" Target="../ink/ink56.xml"/><Relationship Id="rId115" Type="http://schemas.openxmlformats.org/officeDocument/2006/relationships/image" Target="../media/image62.png"/><Relationship Id="rId61" Type="http://schemas.openxmlformats.org/officeDocument/2006/relationships/customXml" Target="../ink/ink31.xml"/><Relationship Id="rId82" Type="http://schemas.openxmlformats.org/officeDocument/2006/relationships/image" Target="../media/image46.png"/><Relationship Id="rId19" Type="http://schemas.openxmlformats.org/officeDocument/2006/relationships/image" Target="../media/image15.png"/><Relationship Id="rId14" Type="http://schemas.openxmlformats.org/officeDocument/2006/relationships/customXml" Target="../ink/ink7.xml"/><Relationship Id="rId30" Type="http://schemas.openxmlformats.org/officeDocument/2006/relationships/image" Target="../media/image20.png"/><Relationship Id="rId35" Type="http://schemas.openxmlformats.org/officeDocument/2006/relationships/customXml" Target="../ink/ink18.xml"/><Relationship Id="rId56" Type="http://schemas.openxmlformats.org/officeDocument/2006/relationships/image" Target="../media/image33.png"/><Relationship Id="rId77" Type="http://schemas.openxmlformats.org/officeDocument/2006/relationships/customXml" Target="../ink/ink39.xml"/><Relationship Id="rId100" Type="http://schemas.openxmlformats.org/officeDocument/2006/relationships/image" Target="../media/image55.png"/><Relationship Id="rId105" Type="http://schemas.openxmlformats.org/officeDocument/2006/relationships/image" Target="../media/image57.png"/><Relationship Id="rId8" Type="http://schemas.openxmlformats.org/officeDocument/2006/relationships/customXml" Target="../ink/ink4.xml"/><Relationship Id="rId51" Type="http://schemas.openxmlformats.org/officeDocument/2006/relationships/customXml" Target="../ink/ink26.xml"/><Relationship Id="rId72" Type="http://schemas.openxmlformats.org/officeDocument/2006/relationships/image" Target="../media/image41.png"/><Relationship Id="rId93" Type="http://schemas.openxmlformats.org/officeDocument/2006/relationships/customXml" Target="../ink/ink47.xml"/><Relationship Id="rId98" Type="http://schemas.openxmlformats.org/officeDocument/2006/relationships/image" Target="../media/image54.png"/><Relationship Id="rId121" Type="http://schemas.openxmlformats.org/officeDocument/2006/relationships/image" Target="../media/image65.png"/><Relationship Id="rId3" Type="http://schemas.openxmlformats.org/officeDocument/2006/relationships/image" Target="../media/image79.png"/><Relationship Id="rId25" Type="http://schemas.openxmlformats.org/officeDocument/2006/relationships/customXml" Target="../ink/ink13.xml"/><Relationship Id="rId46" Type="http://schemas.openxmlformats.org/officeDocument/2006/relationships/image" Target="../media/image28.png"/><Relationship Id="rId67" Type="http://schemas.openxmlformats.org/officeDocument/2006/relationships/customXml" Target="../ink/ink34.xml"/><Relationship Id="rId116" Type="http://schemas.openxmlformats.org/officeDocument/2006/relationships/customXml" Target="../ink/ink59.xml"/><Relationship Id="rId20" Type="http://schemas.openxmlformats.org/officeDocument/2006/relationships/customXml" Target="../ink/ink10.xml"/><Relationship Id="rId41" Type="http://schemas.openxmlformats.org/officeDocument/2006/relationships/customXml" Target="../ink/ink21.xml"/><Relationship Id="rId62" Type="http://schemas.openxmlformats.org/officeDocument/2006/relationships/image" Target="../media/image36.png"/><Relationship Id="rId83" Type="http://schemas.openxmlformats.org/officeDocument/2006/relationships/customXml" Target="../ink/ink42.xml"/><Relationship Id="rId88" Type="http://schemas.openxmlformats.org/officeDocument/2006/relationships/image" Target="../media/image49.png"/><Relationship Id="rId111" Type="http://schemas.openxmlformats.org/officeDocument/2006/relationships/image" Target="../media/image60.png"/><Relationship Id="rId15" Type="http://schemas.openxmlformats.org/officeDocument/2006/relationships/image" Target="../media/image13.png"/><Relationship Id="rId36" Type="http://schemas.openxmlformats.org/officeDocument/2006/relationships/image" Target="../media/image23.png"/><Relationship Id="rId57" Type="http://schemas.openxmlformats.org/officeDocument/2006/relationships/customXml" Target="../ink/ink29.xml"/><Relationship Id="rId106" Type="http://schemas.openxmlformats.org/officeDocument/2006/relationships/customXml" Target="../ink/ink54.xml"/><Relationship Id="rId10" Type="http://schemas.openxmlformats.org/officeDocument/2006/relationships/customXml" Target="../ink/ink5.xml"/><Relationship Id="rId31" Type="http://schemas.openxmlformats.org/officeDocument/2006/relationships/customXml" Target="../ink/ink16.xml"/><Relationship Id="rId52" Type="http://schemas.openxmlformats.org/officeDocument/2006/relationships/image" Target="../media/image31.png"/><Relationship Id="rId73" Type="http://schemas.openxmlformats.org/officeDocument/2006/relationships/customXml" Target="../ink/ink37.xml"/><Relationship Id="rId78" Type="http://schemas.openxmlformats.org/officeDocument/2006/relationships/image" Target="../media/image44.png"/><Relationship Id="rId94" Type="http://schemas.openxmlformats.org/officeDocument/2006/relationships/image" Target="../media/image52.png"/><Relationship Id="rId99" Type="http://schemas.openxmlformats.org/officeDocument/2006/relationships/customXml" Target="../ink/ink50.xml"/><Relationship Id="rId101" Type="http://schemas.openxmlformats.org/officeDocument/2006/relationships/customXml" Target="../ink/ink5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arxiv.org/abs/1706.03762"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arxiv.org/abs/1810.04805"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48137A-0B7A-3501-E968-456F8D5F3D8E}"/>
              </a:ext>
            </a:extLst>
          </p:cNvPr>
          <p:cNvSpPr>
            <a:spLocks noGrp="1"/>
          </p:cNvSpPr>
          <p:nvPr>
            <p:ph type="ctrTitle"/>
          </p:nvPr>
        </p:nvSpPr>
        <p:spPr/>
        <p:txBody>
          <a:bodyPr/>
          <a:lstStyle/>
          <a:p>
            <a:r>
              <a:rPr lang="es-CO" b="1" dirty="0" err="1"/>
              <a:t>From</a:t>
            </a:r>
            <a:r>
              <a:rPr lang="es-CO" b="1" dirty="0"/>
              <a:t> </a:t>
            </a:r>
            <a:r>
              <a:rPr lang="es-CO" b="1" dirty="0" err="1"/>
              <a:t>Embeddings</a:t>
            </a:r>
            <a:r>
              <a:rPr lang="es-CO" b="1" dirty="0"/>
              <a:t> </a:t>
            </a:r>
            <a:r>
              <a:rPr lang="es-CO" b="1" dirty="0" err="1"/>
              <a:t>to</a:t>
            </a:r>
            <a:r>
              <a:rPr lang="es-CO" b="1" dirty="0"/>
              <a:t> </a:t>
            </a:r>
            <a:r>
              <a:rPr lang="es-CO" b="1" dirty="0" err="1"/>
              <a:t>LLMs</a:t>
            </a:r>
            <a:endParaRPr lang="es-MX" b="1" dirty="0"/>
          </a:p>
        </p:txBody>
      </p:sp>
      <p:sp>
        <p:nvSpPr>
          <p:cNvPr id="3" name="Subtítulo 2">
            <a:extLst>
              <a:ext uri="{FF2B5EF4-FFF2-40B4-BE49-F238E27FC236}">
                <a16:creationId xmlns:a16="http://schemas.microsoft.com/office/drawing/2014/main" id="{328C757A-B5BF-68B8-387F-1F8D1D413D3C}"/>
              </a:ext>
            </a:extLst>
          </p:cNvPr>
          <p:cNvSpPr>
            <a:spLocks noGrp="1"/>
          </p:cNvSpPr>
          <p:nvPr>
            <p:ph type="subTitle" idx="1"/>
          </p:nvPr>
        </p:nvSpPr>
        <p:spPr/>
        <p:txBody>
          <a:bodyPr/>
          <a:lstStyle/>
          <a:p>
            <a:r>
              <a:rPr lang="es-CO" dirty="0"/>
              <a:t>John R Ballesteros</a:t>
            </a:r>
          </a:p>
          <a:p>
            <a:r>
              <a:rPr lang="es-CO" dirty="0"/>
              <a:t>Full </a:t>
            </a:r>
            <a:r>
              <a:rPr lang="es-CO" dirty="0" err="1"/>
              <a:t>Professor</a:t>
            </a:r>
            <a:endParaRPr lang="es-CO" dirty="0"/>
          </a:p>
          <a:p>
            <a:r>
              <a:rPr lang="es-CO" dirty="0"/>
              <a:t>jballes@unal.edu.co</a:t>
            </a:r>
            <a:endParaRPr lang="es-MX" dirty="0"/>
          </a:p>
        </p:txBody>
      </p:sp>
    </p:spTree>
    <p:extLst>
      <p:ext uri="{BB962C8B-B14F-4D97-AF65-F5344CB8AC3E}">
        <p14:creationId xmlns:p14="http://schemas.microsoft.com/office/powerpoint/2010/main" val="2818708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30569E-E082-EC09-87A3-4834EBBC37A5}"/>
              </a:ext>
            </a:extLst>
          </p:cNvPr>
          <p:cNvSpPr>
            <a:spLocks noGrp="1"/>
          </p:cNvSpPr>
          <p:nvPr>
            <p:ph type="title"/>
          </p:nvPr>
        </p:nvSpPr>
        <p:spPr/>
        <p:txBody>
          <a:bodyPr/>
          <a:lstStyle/>
          <a:p>
            <a:r>
              <a:rPr lang="es-CO" b="1" dirty="0"/>
              <a:t>Word2Vec</a:t>
            </a:r>
            <a:endParaRPr lang="es-MX" dirty="0"/>
          </a:p>
        </p:txBody>
      </p:sp>
      <p:sp>
        <p:nvSpPr>
          <p:cNvPr id="3" name="Marcador de contenido 2">
            <a:extLst>
              <a:ext uri="{FF2B5EF4-FFF2-40B4-BE49-F238E27FC236}">
                <a16:creationId xmlns:a16="http://schemas.microsoft.com/office/drawing/2014/main" id="{D9A47835-6B7D-E355-A126-9F3BA2149A16}"/>
              </a:ext>
            </a:extLst>
          </p:cNvPr>
          <p:cNvSpPr>
            <a:spLocks noGrp="1"/>
          </p:cNvSpPr>
          <p:nvPr>
            <p:ph idx="1"/>
          </p:nvPr>
        </p:nvSpPr>
        <p:spPr>
          <a:xfrm>
            <a:off x="457200" y="2009774"/>
            <a:ext cx="11391900" cy="4562475"/>
          </a:xfrm>
        </p:spPr>
        <p:txBody>
          <a:bodyPr>
            <a:normAutofit fontScale="92500" lnSpcReduction="10000"/>
          </a:bodyPr>
          <a:lstStyle/>
          <a:p>
            <a:pPr marL="0" indent="0" algn="just">
              <a:buNone/>
            </a:pPr>
            <a:r>
              <a:rPr lang="en-US" b="0" i="0" dirty="0">
                <a:solidFill>
                  <a:srgbClr val="131314"/>
                </a:solidFill>
                <a:effectLst/>
                <a:latin typeface="Google Sans Text"/>
              </a:rPr>
              <a:t>Addresses the limitation of traditional NLP, “no notion of similarity between words.”</a:t>
            </a:r>
          </a:p>
          <a:p>
            <a:pPr marL="0" indent="0" algn="just">
              <a:buNone/>
            </a:pPr>
            <a:endParaRPr lang="en-US" dirty="0">
              <a:solidFill>
                <a:srgbClr val="131314"/>
              </a:solidFill>
              <a:latin typeface="Google Sans Text"/>
            </a:endParaRPr>
          </a:p>
          <a:p>
            <a:pPr marL="0" indent="0" algn="just">
              <a:buNone/>
            </a:pPr>
            <a:r>
              <a:rPr lang="en-US" b="0" i="0" dirty="0">
                <a:solidFill>
                  <a:srgbClr val="131314"/>
                </a:solidFill>
                <a:effectLst/>
                <a:latin typeface="Google Sans Text"/>
              </a:rPr>
              <a:t>A powerful property discovered with these vectors is their ability to capture "linear regularities" or "semantic and syntactic relationships</a:t>
            </a:r>
            <a:r>
              <a:rPr lang="en-US" dirty="0">
                <a:solidFill>
                  <a:srgbClr val="131314"/>
                </a:solidFill>
                <a:latin typeface="Google Sans Text"/>
              </a:rPr>
              <a:t> between words“</a:t>
            </a:r>
            <a:endParaRPr lang="en-US" b="0" i="0" dirty="0">
              <a:solidFill>
                <a:srgbClr val="131314"/>
              </a:solidFill>
              <a:effectLst/>
              <a:latin typeface="Google Sans Text"/>
            </a:endParaRPr>
          </a:p>
          <a:p>
            <a:pPr marL="0" indent="0" algn="just">
              <a:buNone/>
            </a:pPr>
            <a:endParaRPr lang="en-US" dirty="0">
              <a:solidFill>
                <a:srgbClr val="131314"/>
              </a:solidFill>
              <a:latin typeface="Google Sans Text"/>
            </a:endParaRPr>
          </a:p>
          <a:p>
            <a:pPr marL="0" indent="0" algn="just">
              <a:buNone/>
            </a:pPr>
            <a:r>
              <a:rPr lang="en-US" b="0" i="0" dirty="0">
                <a:solidFill>
                  <a:srgbClr val="131314"/>
                </a:solidFill>
                <a:effectLst/>
                <a:latin typeface="Google Sans Text"/>
              </a:rPr>
              <a:t>Crucial for NLP tasks: machine translation, information retrieval, question answering, and natural language inference.</a:t>
            </a:r>
          </a:p>
          <a:p>
            <a:pPr marL="0" indent="0" algn="just">
              <a:buNone/>
            </a:pPr>
            <a:endParaRPr lang="en-US" dirty="0">
              <a:solidFill>
                <a:srgbClr val="131314"/>
              </a:solidFill>
              <a:latin typeface="Google Sans Text"/>
            </a:endParaRPr>
          </a:p>
          <a:p>
            <a:pPr marL="0" indent="0" algn="just">
              <a:buNone/>
            </a:pPr>
            <a:r>
              <a:rPr lang="en-US" b="0" i="0" dirty="0">
                <a:solidFill>
                  <a:srgbClr val="131314"/>
                </a:solidFill>
                <a:effectLst/>
                <a:latin typeface="Google Sans Text"/>
              </a:rPr>
              <a:t>The "quality" of these representations is measured by their ability to answer semantic and syntactic analogy questions.</a:t>
            </a:r>
            <a:endParaRPr lang="es-MX" dirty="0"/>
          </a:p>
        </p:txBody>
      </p:sp>
      <p:sp>
        <p:nvSpPr>
          <p:cNvPr id="6" name="Marcador de contenido 2">
            <a:extLst>
              <a:ext uri="{FF2B5EF4-FFF2-40B4-BE49-F238E27FC236}">
                <a16:creationId xmlns:a16="http://schemas.microsoft.com/office/drawing/2014/main" id="{DE1CB5DD-6BDB-C9CD-58BF-76260D5ACF46}"/>
              </a:ext>
            </a:extLst>
          </p:cNvPr>
          <p:cNvSpPr txBox="1">
            <a:spLocks/>
          </p:cNvSpPr>
          <p:nvPr/>
        </p:nvSpPr>
        <p:spPr>
          <a:xfrm>
            <a:off x="3700463" y="450279"/>
            <a:ext cx="8148637" cy="8917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hlinkClick r:id="rId2"/>
              </a:rPr>
              <a:t>Efficient Estimation of Word Representations in Vector Space. </a:t>
            </a:r>
            <a:r>
              <a:rPr lang="en-US" dirty="0" err="1">
                <a:hlinkClick r:id="rId2"/>
              </a:rPr>
              <a:t>Mikolov</a:t>
            </a:r>
            <a:r>
              <a:rPr lang="en-US" dirty="0">
                <a:hlinkClick r:id="rId2"/>
              </a:rPr>
              <a:t> et al, 2013</a:t>
            </a:r>
            <a:endParaRPr lang="es-CO" dirty="0"/>
          </a:p>
        </p:txBody>
      </p:sp>
    </p:spTree>
    <p:extLst>
      <p:ext uri="{BB962C8B-B14F-4D97-AF65-F5344CB8AC3E}">
        <p14:creationId xmlns:p14="http://schemas.microsoft.com/office/powerpoint/2010/main" val="2072553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EDB22F-FD1B-BD01-51F5-36F50ACEAE12}"/>
              </a:ext>
            </a:extLst>
          </p:cNvPr>
          <p:cNvSpPr>
            <a:spLocks noGrp="1"/>
          </p:cNvSpPr>
          <p:nvPr>
            <p:ph type="title"/>
          </p:nvPr>
        </p:nvSpPr>
        <p:spPr>
          <a:xfrm>
            <a:off x="838200" y="35815"/>
            <a:ext cx="10515600" cy="1325563"/>
          </a:xfrm>
        </p:spPr>
        <p:txBody>
          <a:bodyPr/>
          <a:lstStyle/>
          <a:p>
            <a:pPr algn="ctr"/>
            <a:r>
              <a:rPr lang="es-CO" b="1" dirty="0"/>
              <a:t>Vector </a:t>
            </a:r>
            <a:r>
              <a:rPr lang="es-CO" b="1" dirty="0" err="1"/>
              <a:t>Arithmetic</a:t>
            </a:r>
            <a:endParaRPr lang="es-CO" b="1" dirty="0"/>
          </a:p>
        </p:txBody>
      </p:sp>
      <p:pic>
        <p:nvPicPr>
          <p:cNvPr id="5" name="Imagen 4">
            <a:extLst>
              <a:ext uri="{FF2B5EF4-FFF2-40B4-BE49-F238E27FC236}">
                <a16:creationId xmlns:a16="http://schemas.microsoft.com/office/drawing/2014/main" id="{F913FA7E-CAE7-23E8-11A8-9C2D18C6056B}"/>
              </a:ext>
            </a:extLst>
          </p:cNvPr>
          <p:cNvPicPr>
            <a:picLocks noChangeAspect="1"/>
          </p:cNvPicPr>
          <p:nvPr/>
        </p:nvPicPr>
        <p:blipFill>
          <a:blip r:embed="rId2"/>
          <a:srcRect l="7951" t="7989" r="4117" b="5485"/>
          <a:stretch>
            <a:fillRect/>
          </a:stretch>
        </p:blipFill>
        <p:spPr>
          <a:xfrm>
            <a:off x="981074" y="1495425"/>
            <a:ext cx="10232939" cy="4543425"/>
          </a:xfrm>
          <a:prstGeom prst="rect">
            <a:avLst/>
          </a:prstGeom>
        </p:spPr>
      </p:pic>
      <p:sp>
        <p:nvSpPr>
          <p:cNvPr id="4" name="CuadroTexto 3">
            <a:extLst>
              <a:ext uri="{FF2B5EF4-FFF2-40B4-BE49-F238E27FC236}">
                <a16:creationId xmlns:a16="http://schemas.microsoft.com/office/drawing/2014/main" id="{F1CDAE9F-25B7-4CCA-1000-547174A700A6}"/>
              </a:ext>
            </a:extLst>
          </p:cNvPr>
          <p:cNvSpPr txBox="1"/>
          <p:nvPr/>
        </p:nvSpPr>
        <p:spPr>
          <a:xfrm>
            <a:off x="8253394" y="6172897"/>
            <a:ext cx="2960619" cy="369332"/>
          </a:xfrm>
          <a:prstGeom prst="rect">
            <a:avLst/>
          </a:prstGeom>
          <a:noFill/>
        </p:spPr>
        <p:txBody>
          <a:bodyPr wrap="none" rtlCol="0">
            <a:spAutoFit/>
          </a:bodyPr>
          <a:lstStyle/>
          <a:p>
            <a:r>
              <a:rPr lang="es-CO" dirty="0" err="1"/>
              <a:t>Modified</a:t>
            </a:r>
            <a:r>
              <a:rPr lang="es-CO" dirty="0"/>
              <a:t> </a:t>
            </a:r>
            <a:r>
              <a:rPr lang="es-CO" dirty="0" err="1"/>
              <a:t>from</a:t>
            </a:r>
            <a:r>
              <a:rPr lang="es-CO" dirty="0"/>
              <a:t> </a:t>
            </a:r>
            <a:r>
              <a:rPr lang="es-CO" dirty="0" err="1"/>
              <a:t>Mikolov</a:t>
            </a:r>
            <a:r>
              <a:rPr lang="es-CO" dirty="0"/>
              <a:t>, 2013</a:t>
            </a:r>
            <a:endParaRPr lang="es-MX" dirty="0"/>
          </a:p>
        </p:txBody>
      </p:sp>
    </p:spTree>
    <p:extLst>
      <p:ext uri="{BB962C8B-B14F-4D97-AF65-F5344CB8AC3E}">
        <p14:creationId xmlns:p14="http://schemas.microsoft.com/office/powerpoint/2010/main" val="1212906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60E30C-799D-470C-0A46-4A9D3CB21E3A}"/>
              </a:ext>
            </a:extLst>
          </p:cNvPr>
          <p:cNvSpPr>
            <a:spLocks noGrp="1"/>
          </p:cNvSpPr>
          <p:nvPr>
            <p:ph type="title"/>
          </p:nvPr>
        </p:nvSpPr>
        <p:spPr/>
        <p:txBody>
          <a:bodyPr/>
          <a:lstStyle/>
          <a:p>
            <a:pPr algn="ctr"/>
            <a:r>
              <a:rPr lang="es-CO" b="1" dirty="0" err="1"/>
              <a:t>Embeddings</a:t>
            </a:r>
            <a:endParaRPr lang="es-CO" b="1" dirty="0"/>
          </a:p>
        </p:txBody>
      </p:sp>
      <p:sp>
        <p:nvSpPr>
          <p:cNvPr id="5" name="Marcador de contenido 2">
            <a:extLst>
              <a:ext uri="{FF2B5EF4-FFF2-40B4-BE49-F238E27FC236}">
                <a16:creationId xmlns:a16="http://schemas.microsoft.com/office/drawing/2014/main" id="{137F14D2-CAB2-8681-7918-A6A8DBABEED7}"/>
              </a:ext>
            </a:extLst>
          </p:cNvPr>
          <p:cNvSpPr>
            <a:spLocks noGrp="1"/>
          </p:cNvSpPr>
          <p:nvPr/>
        </p:nvSpPr>
        <p:spPr>
          <a:xfrm>
            <a:off x="771525" y="1866899"/>
            <a:ext cx="10515600" cy="43148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b="0" i="0" dirty="0">
                <a:solidFill>
                  <a:srgbClr val="111827"/>
                </a:solidFill>
                <a:effectLst/>
                <a:latin typeface="Charter"/>
              </a:rPr>
              <a:t>An embedding is a numerical (vector) representation of a piece of information, for example: sequence of text, </a:t>
            </a:r>
          </a:p>
          <a:p>
            <a:pPr marL="0" indent="0" algn="just">
              <a:buNone/>
            </a:pPr>
            <a:endParaRPr lang="en-US" b="0" i="0" dirty="0">
              <a:solidFill>
                <a:srgbClr val="111827"/>
              </a:solidFill>
              <a:effectLst/>
              <a:latin typeface="Charter"/>
            </a:endParaRPr>
          </a:p>
          <a:p>
            <a:pPr marL="0" indent="0" algn="just">
              <a:buNone/>
            </a:pPr>
            <a:r>
              <a:rPr lang="en-US" b="0" i="0" dirty="0">
                <a:solidFill>
                  <a:srgbClr val="111827"/>
                </a:solidFill>
                <a:effectLst/>
                <a:latin typeface="Charter"/>
              </a:rPr>
              <a:t>documents, images, audio, etc. The representation captures the semantic meaning of what is being embedded, making it robust for many industry applications.</a:t>
            </a:r>
          </a:p>
          <a:p>
            <a:pPr marL="0" indent="0" algn="just">
              <a:buNone/>
            </a:pPr>
            <a:endParaRPr lang="en-US" dirty="0">
              <a:solidFill>
                <a:srgbClr val="111827"/>
              </a:solidFill>
              <a:latin typeface="Charter"/>
            </a:endParaRPr>
          </a:p>
          <a:p>
            <a:pPr marL="0" indent="0" algn="just">
              <a:buNone/>
            </a:pPr>
            <a:endParaRPr lang="en-US" dirty="0">
              <a:solidFill>
                <a:srgbClr val="111827"/>
              </a:solidFill>
              <a:latin typeface="Charter"/>
            </a:endParaRPr>
          </a:p>
          <a:p>
            <a:pPr marL="0" indent="0" algn="just">
              <a:buNone/>
            </a:pPr>
            <a:r>
              <a:rPr lang="es-CO" dirty="0" err="1"/>
              <a:t>Embedding</a:t>
            </a:r>
            <a:r>
              <a:rPr lang="es-CO" dirty="0"/>
              <a:t> </a:t>
            </a:r>
            <a:r>
              <a:rPr lang="es-CO" dirty="0" err="1"/>
              <a:t>is</a:t>
            </a:r>
            <a:r>
              <a:rPr lang="es-CO" dirty="0"/>
              <a:t> </a:t>
            </a:r>
            <a:r>
              <a:rPr lang="es-CO" dirty="0" err="1"/>
              <a:t>like</a:t>
            </a:r>
            <a:r>
              <a:rPr lang="es-CO" dirty="0"/>
              <a:t> a </a:t>
            </a:r>
            <a:r>
              <a:rPr lang="es-CO" dirty="0" err="1"/>
              <a:t>semantic</a:t>
            </a:r>
            <a:r>
              <a:rPr lang="es-CO" dirty="0"/>
              <a:t> </a:t>
            </a:r>
            <a:r>
              <a:rPr lang="es-CO" dirty="0" err="1"/>
              <a:t>Encoding</a:t>
            </a:r>
            <a:endParaRPr lang="es-CO" dirty="0"/>
          </a:p>
        </p:txBody>
      </p:sp>
    </p:spTree>
    <p:extLst>
      <p:ext uri="{BB962C8B-B14F-4D97-AF65-F5344CB8AC3E}">
        <p14:creationId xmlns:p14="http://schemas.microsoft.com/office/powerpoint/2010/main" val="1755135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4944F22-26CE-1A4A-8ADF-190FE6D28EA1}"/>
              </a:ext>
            </a:extLst>
          </p:cNvPr>
          <p:cNvPicPr>
            <a:picLocks noChangeAspect="1"/>
          </p:cNvPicPr>
          <p:nvPr/>
        </p:nvPicPr>
        <p:blipFill>
          <a:blip r:embed="rId2"/>
          <a:stretch>
            <a:fillRect/>
          </a:stretch>
        </p:blipFill>
        <p:spPr>
          <a:xfrm>
            <a:off x="975914" y="1133475"/>
            <a:ext cx="9862338" cy="4830987"/>
          </a:xfrm>
          <a:prstGeom prst="rect">
            <a:avLst/>
          </a:prstGeom>
        </p:spPr>
      </p:pic>
    </p:spTree>
    <p:extLst>
      <p:ext uri="{BB962C8B-B14F-4D97-AF65-F5344CB8AC3E}">
        <p14:creationId xmlns:p14="http://schemas.microsoft.com/office/powerpoint/2010/main" val="3424859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A9EF71A-0071-4B04-EE6F-BB0FBCBD47C8}"/>
              </a:ext>
            </a:extLst>
          </p:cNvPr>
          <p:cNvPicPr>
            <a:picLocks noChangeAspect="1"/>
          </p:cNvPicPr>
          <p:nvPr/>
        </p:nvPicPr>
        <p:blipFill rotWithShape="1">
          <a:blip r:embed="rId2"/>
          <a:srcRect t="1777"/>
          <a:stretch/>
        </p:blipFill>
        <p:spPr>
          <a:xfrm>
            <a:off x="2680811" y="548640"/>
            <a:ext cx="6830378" cy="5866864"/>
          </a:xfrm>
          <a:prstGeom prst="rect">
            <a:avLst/>
          </a:prstGeom>
        </p:spPr>
      </p:pic>
    </p:spTree>
    <p:extLst>
      <p:ext uri="{BB962C8B-B14F-4D97-AF65-F5344CB8AC3E}">
        <p14:creationId xmlns:p14="http://schemas.microsoft.com/office/powerpoint/2010/main" val="2144793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B78892-CFBA-55BE-D5AC-2F1D4509183A}"/>
              </a:ext>
            </a:extLst>
          </p:cNvPr>
          <p:cNvSpPr>
            <a:spLocks noGrp="1"/>
          </p:cNvSpPr>
          <p:nvPr>
            <p:ph type="title"/>
          </p:nvPr>
        </p:nvSpPr>
        <p:spPr/>
        <p:txBody>
          <a:bodyPr/>
          <a:lstStyle/>
          <a:p>
            <a:pPr algn="ctr"/>
            <a:r>
              <a:rPr lang="es-CO" b="1" dirty="0" err="1"/>
              <a:t>Embedding</a:t>
            </a:r>
            <a:r>
              <a:rPr lang="es-CO" b="1" dirty="0"/>
              <a:t> </a:t>
            </a:r>
            <a:r>
              <a:rPr lang="es-CO" b="1" dirty="0" err="1"/>
              <a:t>example</a:t>
            </a:r>
            <a:endParaRPr lang="es-CO" b="1" dirty="0"/>
          </a:p>
        </p:txBody>
      </p:sp>
      <p:pic>
        <p:nvPicPr>
          <p:cNvPr id="5" name="Marcador de contenido 4">
            <a:extLst>
              <a:ext uri="{FF2B5EF4-FFF2-40B4-BE49-F238E27FC236}">
                <a16:creationId xmlns:a16="http://schemas.microsoft.com/office/drawing/2014/main" id="{73C1CF22-FE50-98EB-F471-10388841A9DC}"/>
              </a:ext>
            </a:extLst>
          </p:cNvPr>
          <p:cNvPicPr>
            <a:picLocks noGrp="1" noChangeAspect="1"/>
          </p:cNvPicPr>
          <p:nvPr>
            <p:ph idx="1"/>
          </p:nvPr>
        </p:nvPicPr>
        <p:blipFill>
          <a:blip r:embed="rId2"/>
          <a:stretch>
            <a:fillRect/>
          </a:stretch>
        </p:blipFill>
        <p:spPr>
          <a:xfrm>
            <a:off x="454453" y="1605964"/>
            <a:ext cx="9326277" cy="2486372"/>
          </a:xfrm>
        </p:spPr>
      </p:pic>
      <p:pic>
        <p:nvPicPr>
          <p:cNvPr id="7" name="Imagen 6">
            <a:extLst>
              <a:ext uri="{FF2B5EF4-FFF2-40B4-BE49-F238E27FC236}">
                <a16:creationId xmlns:a16="http://schemas.microsoft.com/office/drawing/2014/main" id="{4D435220-106E-DA25-76BF-7493A2F529E5}"/>
              </a:ext>
            </a:extLst>
          </p:cNvPr>
          <p:cNvPicPr>
            <a:picLocks noChangeAspect="1"/>
          </p:cNvPicPr>
          <p:nvPr/>
        </p:nvPicPr>
        <p:blipFill>
          <a:blip r:embed="rId3"/>
          <a:stretch>
            <a:fillRect/>
          </a:stretch>
        </p:blipFill>
        <p:spPr>
          <a:xfrm>
            <a:off x="740664" y="4342804"/>
            <a:ext cx="9915144" cy="2160031"/>
          </a:xfrm>
          <a:prstGeom prst="rect">
            <a:avLst/>
          </a:prstGeom>
        </p:spPr>
      </p:pic>
      <p:sp>
        <p:nvSpPr>
          <p:cNvPr id="8" name="Rectángulo: esquinas redondeadas 7">
            <a:extLst>
              <a:ext uri="{FF2B5EF4-FFF2-40B4-BE49-F238E27FC236}">
                <a16:creationId xmlns:a16="http://schemas.microsoft.com/office/drawing/2014/main" id="{356F1262-36CD-A645-9CC3-AA887B18CA2B}"/>
              </a:ext>
            </a:extLst>
          </p:cNvPr>
          <p:cNvSpPr/>
          <p:nvPr/>
        </p:nvSpPr>
        <p:spPr>
          <a:xfrm>
            <a:off x="9336024" y="4517136"/>
            <a:ext cx="2249424" cy="3931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dirty="0"/>
              <a:t>Similar </a:t>
            </a:r>
            <a:r>
              <a:rPr lang="es-CO" dirty="0" err="1"/>
              <a:t>or</a:t>
            </a:r>
            <a:r>
              <a:rPr lang="es-CO" dirty="0"/>
              <a:t> </a:t>
            </a:r>
            <a:r>
              <a:rPr lang="es-CO" dirty="0" err="1"/>
              <a:t>not</a:t>
            </a:r>
            <a:r>
              <a:rPr lang="es-CO" dirty="0"/>
              <a:t>?</a:t>
            </a:r>
          </a:p>
        </p:txBody>
      </p:sp>
    </p:spTree>
    <p:extLst>
      <p:ext uri="{BB962C8B-B14F-4D97-AF65-F5344CB8AC3E}">
        <p14:creationId xmlns:p14="http://schemas.microsoft.com/office/powerpoint/2010/main" val="1314864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FC4CB8-31F7-8C22-1BDF-A219C29EF9EB}"/>
              </a:ext>
            </a:extLst>
          </p:cNvPr>
          <p:cNvSpPr>
            <a:spLocks noGrp="1"/>
          </p:cNvSpPr>
          <p:nvPr>
            <p:ph type="title"/>
          </p:nvPr>
        </p:nvSpPr>
        <p:spPr/>
        <p:txBody>
          <a:bodyPr/>
          <a:lstStyle/>
          <a:p>
            <a:r>
              <a:rPr lang="es-CO" dirty="0" err="1"/>
              <a:t>Similarity</a:t>
            </a:r>
            <a:r>
              <a:rPr lang="es-CO" dirty="0"/>
              <a:t> </a:t>
            </a:r>
            <a:r>
              <a:rPr lang="es-CO" dirty="0" err="1"/>
              <a:t>based</a:t>
            </a:r>
            <a:r>
              <a:rPr lang="es-CO" dirty="0"/>
              <a:t> </a:t>
            </a:r>
            <a:r>
              <a:rPr lang="es-CO" dirty="0" err="1"/>
              <a:t>on</a:t>
            </a:r>
            <a:r>
              <a:rPr lang="es-CO" dirty="0"/>
              <a:t> </a:t>
            </a:r>
            <a:r>
              <a:rPr lang="es-CO" dirty="0" err="1"/>
              <a:t>the</a:t>
            </a:r>
            <a:r>
              <a:rPr lang="es-CO" dirty="0"/>
              <a:t> </a:t>
            </a:r>
            <a:r>
              <a:rPr lang="es-CO" dirty="0" err="1"/>
              <a:t>cosine</a:t>
            </a:r>
            <a:r>
              <a:rPr lang="es-CO" dirty="0"/>
              <a:t> </a:t>
            </a:r>
            <a:r>
              <a:rPr lang="es-CO" dirty="0" err="1"/>
              <a:t>distance</a:t>
            </a:r>
            <a:r>
              <a:rPr lang="es-CO" dirty="0"/>
              <a:t> [-1,1]</a:t>
            </a:r>
          </a:p>
        </p:txBody>
      </p:sp>
      <p:pic>
        <p:nvPicPr>
          <p:cNvPr id="5" name="Imagen 4">
            <a:extLst>
              <a:ext uri="{FF2B5EF4-FFF2-40B4-BE49-F238E27FC236}">
                <a16:creationId xmlns:a16="http://schemas.microsoft.com/office/drawing/2014/main" id="{4065E062-7E29-AB29-599A-6EA6475A98C5}"/>
              </a:ext>
            </a:extLst>
          </p:cNvPr>
          <p:cNvPicPr>
            <a:picLocks noChangeAspect="1"/>
          </p:cNvPicPr>
          <p:nvPr/>
        </p:nvPicPr>
        <p:blipFill>
          <a:blip r:embed="rId2"/>
          <a:stretch>
            <a:fillRect/>
          </a:stretch>
        </p:blipFill>
        <p:spPr>
          <a:xfrm>
            <a:off x="1186913" y="2051824"/>
            <a:ext cx="9507277" cy="3467584"/>
          </a:xfrm>
          <a:prstGeom prst="rect">
            <a:avLst/>
          </a:prstGeom>
        </p:spPr>
      </p:pic>
    </p:spTree>
    <p:extLst>
      <p:ext uri="{BB962C8B-B14F-4D97-AF65-F5344CB8AC3E}">
        <p14:creationId xmlns:p14="http://schemas.microsoft.com/office/powerpoint/2010/main" val="3587571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177209D-93A2-7920-918B-B307771B0400}"/>
              </a:ext>
            </a:extLst>
          </p:cNvPr>
          <p:cNvPicPr>
            <a:picLocks noChangeAspect="1"/>
          </p:cNvPicPr>
          <p:nvPr/>
        </p:nvPicPr>
        <p:blipFill>
          <a:blip r:embed="rId2"/>
          <a:srcRect r="383" b="7805"/>
          <a:stretch>
            <a:fillRect/>
          </a:stretch>
        </p:blipFill>
        <p:spPr>
          <a:xfrm>
            <a:off x="751768" y="1411914"/>
            <a:ext cx="10097208" cy="5348693"/>
          </a:xfrm>
          <a:prstGeom prst="rect">
            <a:avLst/>
          </a:prstGeom>
        </p:spPr>
      </p:pic>
      <p:sp>
        <p:nvSpPr>
          <p:cNvPr id="3" name="Título 1">
            <a:extLst>
              <a:ext uri="{FF2B5EF4-FFF2-40B4-BE49-F238E27FC236}">
                <a16:creationId xmlns:a16="http://schemas.microsoft.com/office/drawing/2014/main" id="{70387126-F544-8F2F-4846-4BA776DA2F14}"/>
              </a:ext>
            </a:extLst>
          </p:cNvPr>
          <p:cNvSpPr>
            <a:spLocks noGrp="1"/>
          </p:cNvSpPr>
          <p:nvPr>
            <p:ph type="title"/>
          </p:nvPr>
        </p:nvSpPr>
        <p:spPr>
          <a:xfrm>
            <a:off x="838200" y="365125"/>
            <a:ext cx="10515600" cy="1325563"/>
          </a:xfrm>
        </p:spPr>
        <p:txBody>
          <a:bodyPr/>
          <a:lstStyle/>
          <a:p>
            <a:r>
              <a:rPr lang="es-CO" dirty="0" err="1"/>
              <a:t>Similarity</a:t>
            </a:r>
            <a:r>
              <a:rPr lang="es-CO" dirty="0"/>
              <a:t> </a:t>
            </a:r>
            <a:r>
              <a:rPr lang="es-CO" dirty="0" err="1"/>
              <a:t>based</a:t>
            </a:r>
            <a:r>
              <a:rPr lang="es-CO" dirty="0"/>
              <a:t> </a:t>
            </a:r>
            <a:r>
              <a:rPr lang="es-CO" dirty="0" err="1"/>
              <a:t>on</a:t>
            </a:r>
            <a:r>
              <a:rPr lang="es-CO" dirty="0"/>
              <a:t> </a:t>
            </a:r>
            <a:r>
              <a:rPr lang="es-CO" dirty="0" err="1"/>
              <a:t>the</a:t>
            </a:r>
            <a:r>
              <a:rPr lang="es-CO" dirty="0"/>
              <a:t> </a:t>
            </a:r>
            <a:r>
              <a:rPr lang="es-CO" dirty="0" err="1"/>
              <a:t>cosine</a:t>
            </a:r>
            <a:r>
              <a:rPr lang="es-CO" dirty="0"/>
              <a:t> </a:t>
            </a:r>
            <a:r>
              <a:rPr lang="es-CO" dirty="0" err="1"/>
              <a:t>distance</a:t>
            </a:r>
            <a:r>
              <a:rPr lang="es-CO" dirty="0"/>
              <a:t> [-1,1]</a:t>
            </a:r>
          </a:p>
        </p:txBody>
      </p:sp>
    </p:spTree>
    <p:extLst>
      <p:ext uri="{BB962C8B-B14F-4D97-AF65-F5344CB8AC3E}">
        <p14:creationId xmlns:p14="http://schemas.microsoft.com/office/powerpoint/2010/main" val="3891331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87BD14-95D1-8027-DFCB-2FB032687FD8}"/>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6C955690-1B83-50E7-7291-0679DF7AC8C0}"/>
              </a:ext>
            </a:extLst>
          </p:cNvPr>
          <p:cNvSpPr>
            <a:spLocks noGrp="1"/>
          </p:cNvSpPr>
          <p:nvPr>
            <p:ph idx="1"/>
          </p:nvPr>
        </p:nvSpPr>
        <p:spPr/>
        <p:txBody>
          <a:bodyPr/>
          <a:lstStyle/>
          <a:p>
            <a:endParaRPr lang="es-MX"/>
          </a:p>
        </p:txBody>
      </p:sp>
      <mc:AlternateContent xmlns:mc="http://schemas.openxmlformats.org/markup-compatibility/2006" xmlns:p14="http://schemas.microsoft.com/office/powerpoint/2010/main">
        <mc:Choice Requires="p14">
          <p:contentPart p14:bwMode="auto" r:id="rId2">
            <p14:nvContentPartPr>
              <p14:cNvPr id="84" name="Entrada de lápiz 83">
                <a:extLst>
                  <a:ext uri="{FF2B5EF4-FFF2-40B4-BE49-F238E27FC236}">
                    <a16:creationId xmlns:a16="http://schemas.microsoft.com/office/drawing/2014/main" id="{11D0974A-8881-34AF-C61B-0DA7CD731D89}"/>
                  </a:ext>
                </a:extLst>
              </p14:cNvPr>
              <p14:cNvContentPartPr/>
              <p14:nvPr/>
            </p14:nvContentPartPr>
            <p14:xfrm>
              <a:off x="2453835" y="2647425"/>
              <a:ext cx="3245040" cy="3194640"/>
            </p14:xfrm>
          </p:contentPart>
        </mc:Choice>
        <mc:Fallback xmlns="">
          <p:pic>
            <p:nvPicPr>
              <p:cNvPr id="84" name="Entrada de lápiz 83">
                <a:extLst>
                  <a:ext uri="{FF2B5EF4-FFF2-40B4-BE49-F238E27FC236}">
                    <a16:creationId xmlns:a16="http://schemas.microsoft.com/office/drawing/2014/main" id="{11D0974A-8881-34AF-C61B-0DA7CD731D89}"/>
                  </a:ext>
                </a:extLst>
              </p:cNvPr>
              <p:cNvPicPr/>
              <p:nvPr/>
            </p:nvPicPr>
            <p:blipFill>
              <a:blip r:embed="rId3"/>
              <a:stretch>
                <a:fillRect/>
              </a:stretch>
            </p:blipFill>
            <p:spPr>
              <a:xfrm>
                <a:off x="2445195" y="2638785"/>
                <a:ext cx="3262680" cy="3212280"/>
              </a:xfrm>
              <a:prstGeom prst="rect">
                <a:avLst/>
              </a:prstGeom>
            </p:spPr>
          </p:pic>
        </mc:Fallback>
      </mc:AlternateContent>
      <p:grpSp>
        <p:nvGrpSpPr>
          <p:cNvPr id="87" name="Grupo 86">
            <a:extLst>
              <a:ext uri="{FF2B5EF4-FFF2-40B4-BE49-F238E27FC236}">
                <a16:creationId xmlns:a16="http://schemas.microsoft.com/office/drawing/2014/main" id="{3069FEA9-EBCE-D911-2B7C-1588728166B1}"/>
              </a:ext>
            </a:extLst>
          </p:cNvPr>
          <p:cNvGrpSpPr/>
          <p:nvPr/>
        </p:nvGrpSpPr>
        <p:grpSpPr>
          <a:xfrm>
            <a:off x="1542675" y="1206570"/>
            <a:ext cx="8327880" cy="4343175"/>
            <a:chOff x="1542675" y="1206570"/>
            <a:chExt cx="8327880" cy="4343175"/>
          </a:xfrm>
        </p:grpSpPr>
        <mc:AlternateContent xmlns:mc="http://schemas.openxmlformats.org/markup-compatibility/2006" xmlns:p14="http://schemas.microsoft.com/office/powerpoint/2010/main">
          <mc:Choice Requires="p14">
            <p:contentPart p14:bwMode="auto" r:id="rId4">
              <p14:nvContentPartPr>
                <p14:cNvPr id="4" name="Entrada de lápiz 3">
                  <a:extLst>
                    <a:ext uri="{FF2B5EF4-FFF2-40B4-BE49-F238E27FC236}">
                      <a16:creationId xmlns:a16="http://schemas.microsoft.com/office/drawing/2014/main" id="{B42D576A-6B49-CB81-B38E-2756378879A9}"/>
                    </a:ext>
                  </a:extLst>
                </p14:cNvPr>
                <p14:cNvContentPartPr/>
                <p14:nvPr/>
              </p14:nvContentPartPr>
              <p14:xfrm>
                <a:off x="2008515" y="2838225"/>
                <a:ext cx="381960" cy="358560"/>
              </p14:xfrm>
            </p:contentPart>
          </mc:Choice>
          <mc:Fallback xmlns="">
            <p:pic>
              <p:nvPicPr>
                <p:cNvPr id="4" name="Entrada de lápiz 3">
                  <a:extLst>
                    <a:ext uri="{FF2B5EF4-FFF2-40B4-BE49-F238E27FC236}">
                      <a16:creationId xmlns:a16="http://schemas.microsoft.com/office/drawing/2014/main" id="{B42D576A-6B49-CB81-B38E-2756378879A9}"/>
                    </a:ext>
                  </a:extLst>
                </p:cNvPr>
                <p:cNvPicPr/>
                <p:nvPr/>
              </p:nvPicPr>
              <p:blipFill>
                <a:blip r:embed="rId5"/>
                <a:stretch>
                  <a:fillRect/>
                </a:stretch>
              </p:blipFill>
              <p:spPr>
                <a:xfrm>
                  <a:off x="1999875" y="2829225"/>
                  <a:ext cx="399600" cy="376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Entrada de lápiz 4">
                  <a:extLst>
                    <a:ext uri="{FF2B5EF4-FFF2-40B4-BE49-F238E27FC236}">
                      <a16:creationId xmlns:a16="http://schemas.microsoft.com/office/drawing/2014/main" id="{B6B7DD24-67B4-3060-637A-628E82F78DCF}"/>
                    </a:ext>
                  </a:extLst>
                </p14:cNvPr>
                <p14:cNvContentPartPr/>
                <p14:nvPr/>
              </p14:nvContentPartPr>
              <p14:xfrm>
                <a:off x="1885755" y="2562105"/>
                <a:ext cx="488160" cy="10440"/>
              </p14:xfrm>
            </p:contentPart>
          </mc:Choice>
          <mc:Fallback xmlns="">
            <p:pic>
              <p:nvPicPr>
                <p:cNvPr id="5" name="Entrada de lápiz 4">
                  <a:extLst>
                    <a:ext uri="{FF2B5EF4-FFF2-40B4-BE49-F238E27FC236}">
                      <a16:creationId xmlns:a16="http://schemas.microsoft.com/office/drawing/2014/main" id="{B6B7DD24-67B4-3060-637A-628E82F78DCF}"/>
                    </a:ext>
                  </a:extLst>
                </p:cNvPr>
                <p:cNvPicPr/>
                <p:nvPr/>
              </p:nvPicPr>
              <p:blipFill>
                <a:blip r:embed="rId7"/>
                <a:stretch>
                  <a:fillRect/>
                </a:stretch>
              </p:blipFill>
              <p:spPr>
                <a:xfrm>
                  <a:off x="1877115" y="2553465"/>
                  <a:ext cx="5058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Entrada de lápiz 5">
                  <a:extLst>
                    <a:ext uri="{FF2B5EF4-FFF2-40B4-BE49-F238E27FC236}">
                      <a16:creationId xmlns:a16="http://schemas.microsoft.com/office/drawing/2014/main" id="{8E759AC5-37AB-56F0-E204-A786704EF480}"/>
                    </a:ext>
                  </a:extLst>
                </p14:cNvPr>
                <p14:cNvContentPartPr/>
                <p14:nvPr/>
              </p14:nvContentPartPr>
              <p14:xfrm>
                <a:off x="2162235" y="2428905"/>
                <a:ext cx="245160" cy="392040"/>
              </p14:xfrm>
            </p:contentPart>
          </mc:Choice>
          <mc:Fallback xmlns="">
            <p:pic>
              <p:nvPicPr>
                <p:cNvPr id="6" name="Entrada de lápiz 5">
                  <a:extLst>
                    <a:ext uri="{FF2B5EF4-FFF2-40B4-BE49-F238E27FC236}">
                      <a16:creationId xmlns:a16="http://schemas.microsoft.com/office/drawing/2014/main" id="{8E759AC5-37AB-56F0-E204-A786704EF480}"/>
                    </a:ext>
                  </a:extLst>
                </p:cNvPr>
                <p:cNvPicPr/>
                <p:nvPr/>
              </p:nvPicPr>
              <p:blipFill>
                <a:blip r:embed="rId9"/>
                <a:stretch>
                  <a:fillRect/>
                </a:stretch>
              </p:blipFill>
              <p:spPr>
                <a:xfrm>
                  <a:off x="2153595" y="2419905"/>
                  <a:ext cx="262800" cy="409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Entrada de lápiz 7">
                  <a:extLst>
                    <a:ext uri="{FF2B5EF4-FFF2-40B4-BE49-F238E27FC236}">
                      <a16:creationId xmlns:a16="http://schemas.microsoft.com/office/drawing/2014/main" id="{FBB392DA-04D3-2AFC-F2FA-BCD6FF6B9487}"/>
                    </a:ext>
                  </a:extLst>
                </p14:cNvPr>
                <p14:cNvContentPartPr/>
                <p14:nvPr/>
              </p14:nvContentPartPr>
              <p14:xfrm>
                <a:off x="2752275" y="2599905"/>
                <a:ext cx="278280" cy="574200"/>
              </p14:xfrm>
            </p:contentPart>
          </mc:Choice>
          <mc:Fallback xmlns="">
            <p:pic>
              <p:nvPicPr>
                <p:cNvPr id="8" name="Entrada de lápiz 7">
                  <a:extLst>
                    <a:ext uri="{FF2B5EF4-FFF2-40B4-BE49-F238E27FC236}">
                      <a16:creationId xmlns:a16="http://schemas.microsoft.com/office/drawing/2014/main" id="{FBB392DA-04D3-2AFC-F2FA-BCD6FF6B9487}"/>
                    </a:ext>
                  </a:extLst>
                </p:cNvPr>
                <p:cNvPicPr/>
                <p:nvPr/>
              </p:nvPicPr>
              <p:blipFill>
                <a:blip r:embed="rId11"/>
                <a:stretch>
                  <a:fillRect/>
                </a:stretch>
              </p:blipFill>
              <p:spPr>
                <a:xfrm>
                  <a:off x="2743275" y="2591265"/>
                  <a:ext cx="295920" cy="591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Entrada de lápiz 8">
                  <a:extLst>
                    <a:ext uri="{FF2B5EF4-FFF2-40B4-BE49-F238E27FC236}">
                      <a16:creationId xmlns:a16="http://schemas.microsoft.com/office/drawing/2014/main" id="{44ED6FE1-0089-6BEA-72A2-8D055E31450A}"/>
                    </a:ext>
                  </a:extLst>
                </p14:cNvPr>
                <p14:cNvContentPartPr/>
                <p14:nvPr/>
              </p14:nvContentPartPr>
              <p14:xfrm>
                <a:off x="2723835" y="2495145"/>
                <a:ext cx="385560" cy="19800"/>
              </p14:xfrm>
            </p:contentPart>
          </mc:Choice>
          <mc:Fallback xmlns="">
            <p:pic>
              <p:nvPicPr>
                <p:cNvPr id="9" name="Entrada de lápiz 8">
                  <a:extLst>
                    <a:ext uri="{FF2B5EF4-FFF2-40B4-BE49-F238E27FC236}">
                      <a16:creationId xmlns:a16="http://schemas.microsoft.com/office/drawing/2014/main" id="{44ED6FE1-0089-6BEA-72A2-8D055E31450A}"/>
                    </a:ext>
                  </a:extLst>
                </p:cNvPr>
                <p:cNvPicPr/>
                <p:nvPr/>
              </p:nvPicPr>
              <p:blipFill>
                <a:blip r:embed="rId13"/>
                <a:stretch>
                  <a:fillRect/>
                </a:stretch>
              </p:blipFill>
              <p:spPr>
                <a:xfrm>
                  <a:off x="2715195" y="2486505"/>
                  <a:ext cx="40320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Entrada de lápiz 9">
                  <a:extLst>
                    <a:ext uri="{FF2B5EF4-FFF2-40B4-BE49-F238E27FC236}">
                      <a16:creationId xmlns:a16="http://schemas.microsoft.com/office/drawing/2014/main" id="{3B429DE8-55EA-235C-2BDF-57F7425B14B1}"/>
                    </a:ext>
                  </a:extLst>
                </p14:cNvPr>
                <p14:cNvContentPartPr/>
                <p14:nvPr/>
              </p14:nvContentPartPr>
              <p14:xfrm>
                <a:off x="2971875" y="2361945"/>
                <a:ext cx="423360" cy="315720"/>
              </p14:xfrm>
            </p:contentPart>
          </mc:Choice>
          <mc:Fallback xmlns="">
            <p:pic>
              <p:nvPicPr>
                <p:cNvPr id="10" name="Entrada de lápiz 9">
                  <a:extLst>
                    <a:ext uri="{FF2B5EF4-FFF2-40B4-BE49-F238E27FC236}">
                      <a16:creationId xmlns:a16="http://schemas.microsoft.com/office/drawing/2014/main" id="{3B429DE8-55EA-235C-2BDF-57F7425B14B1}"/>
                    </a:ext>
                  </a:extLst>
                </p:cNvPr>
                <p:cNvPicPr/>
                <p:nvPr/>
              </p:nvPicPr>
              <p:blipFill>
                <a:blip r:embed="rId15"/>
                <a:stretch>
                  <a:fillRect/>
                </a:stretch>
              </p:blipFill>
              <p:spPr>
                <a:xfrm>
                  <a:off x="2962875" y="2352945"/>
                  <a:ext cx="44100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Entrada de lápiz 11">
                  <a:extLst>
                    <a:ext uri="{FF2B5EF4-FFF2-40B4-BE49-F238E27FC236}">
                      <a16:creationId xmlns:a16="http://schemas.microsoft.com/office/drawing/2014/main" id="{4EFE5D41-03B3-9CF1-EB46-E590D245ED49}"/>
                    </a:ext>
                  </a:extLst>
                </p14:cNvPr>
                <p14:cNvContentPartPr/>
                <p14:nvPr/>
              </p14:nvContentPartPr>
              <p14:xfrm>
                <a:off x="2581275" y="3028665"/>
                <a:ext cx="360" cy="360"/>
              </p14:xfrm>
            </p:contentPart>
          </mc:Choice>
          <mc:Fallback xmlns="">
            <p:pic>
              <p:nvPicPr>
                <p:cNvPr id="12" name="Entrada de lápiz 11">
                  <a:extLst>
                    <a:ext uri="{FF2B5EF4-FFF2-40B4-BE49-F238E27FC236}">
                      <a16:creationId xmlns:a16="http://schemas.microsoft.com/office/drawing/2014/main" id="{4EFE5D41-03B3-9CF1-EB46-E590D245ED49}"/>
                    </a:ext>
                  </a:extLst>
                </p:cNvPr>
                <p:cNvPicPr/>
                <p:nvPr/>
              </p:nvPicPr>
              <p:blipFill>
                <a:blip r:embed="rId17"/>
                <a:stretch>
                  <a:fillRect/>
                </a:stretch>
              </p:blipFill>
              <p:spPr>
                <a:xfrm>
                  <a:off x="2572635" y="302002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Entrada de lápiz 12">
                  <a:extLst>
                    <a:ext uri="{FF2B5EF4-FFF2-40B4-BE49-F238E27FC236}">
                      <a16:creationId xmlns:a16="http://schemas.microsoft.com/office/drawing/2014/main" id="{AE7A83ED-C024-972E-2063-2DE5A15D8E52}"/>
                    </a:ext>
                  </a:extLst>
                </p14:cNvPr>
                <p14:cNvContentPartPr/>
                <p14:nvPr/>
              </p14:nvContentPartPr>
              <p14:xfrm>
                <a:off x="3561915" y="2940105"/>
                <a:ext cx="209160" cy="22320"/>
              </p14:xfrm>
            </p:contentPart>
          </mc:Choice>
          <mc:Fallback xmlns="">
            <p:pic>
              <p:nvPicPr>
                <p:cNvPr id="13" name="Entrada de lápiz 12">
                  <a:extLst>
                    <a:ext uri="{FF2B5EF4-FFF2-40B4-BE49-F238E27FC236}">
                      <a16:creationId xmlns:a16="http://schemas.microsoft.com/office/drawing/2014/main" id="{AE7A83ED-C024-972E-2063-2DE5A15D8E52}"/>
                    </a:ext>
                  </a:extLst>
                </p:cNvPr>
                <p:cNvPicPr/>
                <p:nvPr/>
              </p:nvPicPr>
              <p:blipFill>
                <a:blip r:embed="rId19"/>
                <a:stretch>
                  <a:fillRect/>
                </a:stretch>
              </p:blipFill>
              <p:spPr>
                <a:xfrm>
                  <a:off x="3553275" y="2931465"/>
                  <a:ext cx="22680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Entrada de lápiz 13">
                  <a:extLst>
                    <a:ext uri="{FF2B5EF4-FFF2-40B4-BE49-F238E27FC236}">
                      <a16:creationId xmlns:a16="http://schemas.microsoft.com/office/drawing/2014/main" id="{B78A5C00-1482-33F3-5FAB-21FA0DBFB2BD}"/>
                    </a:ext>
                  </a:extLst>
                </p14:cNvPr>
                <p14:cNvContentPartPr/>
                <p14:nvPr/>
              </p14:nvContentPartPr>
              <p14:xfrm>
                <a:off x="3971955" y="3104985"/>
                <a:ext cx="360" cy="360"/>
              </p14:xfrm>
            </p:contentPart>
          </mc:Choice>
          <mc:Fallback xmlns="">
            <p:pic>
              <p:nvPicPr>
                <p:cNvPr id="14" name="Entrada de lápiz 13">
                  <a:extLst>
                    <a:ext uri="{FF2B5EF4-FFF2-40B4-BE49-F238E27FC236}">
                      <a16:creationId xmlns:a16="http://schemas.microsoft.com/office/drawing/2014/main" id="{B78A5C00-1482-33F3-5FAB-21FA0DBFB2BD}"/>
                    </a:ext>
                  </a:extLst>
                </p:cNvPr>
                <p:cNvPicPr/>
                <p:nvPr/>
              </p:nvPicPr>
              <p:blipFill>
                <a:blip r:embed="rId17"/>
                <a:stretch>
                  <a:fillRect/>
                </a:stretch>
              </p:blipFill>
              <p:spPr>
                <a:xfrm>
                  <a:off x="3962955" y="309598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5" name="Entrada de lápiz 14">
                  <a:extLst>
                    <a:ext uri="{FF2B5EF4-FFF2-40B4-BE49-F238E27FC236}">
                      <a16:creationId xmlns:a16="http://schemas.microsoft.com/office/drawing/2014/main" id="{70379DB5-6496-3163-732C-B302FF64BBEC}"/>
                    </a:ext>
                  </a:extLst>
                </p14:cNvPr>
                <p14:cNvContentPartPr/>
                <p14:nvPr/>
              </p14:nvContentPartPr>
              <p14:xfrm>
                <a:off x="3627435" y="3094905"/>
                <a:ext cx="344520" cy="10440"/>
              </p14:xfrm>
            </p:contentPart>
          </mc:Choice>
          <mc:Fallback xmlns="">
            <p:pic>
              <p:nvPicPr>
                <p:cNvPr id="15" name="Entrada de lápiz 14">
                  <a:extLst>
                    <a:ext uri="{FF2B5EF4-FFF2-40B4-BE49-F238E27FC236}">
                      <a16:creationId xmlns:a16="http://schemas.microsoft.com/office/drawing/2014/main" id="{70379DB5-6496-3163-732C-B302FF64BBEC}"/>
                    </a:ext>
                  </a:extLst>
                </p:cNvPr>
                <p:cNvPicPr/>
                <p:nvPr/>
              </p:nvPicPr>
              <p:blipFill>
                <a:blip r:embed="rId22"/>
                <a:stretch>
                  <a:fillRect/>
                </a:stretch>
              </p:blipFill>
              <p:spPr>
                <a:xfrm>
                  <a:off x="3618795" y="3085905"/>
                  <a:ext cx="36216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6" name="Entrada de lápiz 15">
                  <a:extLst>
                    <a:ext uri="{FF2B5EF4-FFF2-40B4-BE49-F238E27FC236}">
                      <a16:creationId xmlns:a16="http://schemas.microsoft.com/office/drawing/2014/main" id="{104FC9DC-41FE-7C63-3EC1-ABC1935268DA}"/>
                    </a:ext>
                  </a:extLst>
                </p14:cNvPr>
                <p14:cNvContentPartPr/>
                <p14:nvPr/>
              </p14:nvContentPartPr>
              <p14:xfrm>
                <a:off x="3628875" y="2923545"/>
                <a:ext cx="415440" cy="57960"/>
              </p14:xfrm>
            </p:contentPart>
          </mc:Choice>
          <mc:Fallback xmlns="">
            <p:pic>
              <p:nvPicPr>
                <p:cNvPr id="16" name="Entrada de lápiz 15">
                  <a:extLst>
                    <a:ext uri="{FF2B5EF4-FFF2-40B4-BE49-F238E27FC236}">
                      <a16:creationId xmlns:a16="http://schemas.microsoft.com/office/drawing/2014/main" id="{104FC9DC-41FE-7C63-3EC1-ABC1935268DA}"/>
                    </a:ext>
                  </a:extLst>
                </p:cNvPr>
                <p:cNvPicPr/>
                <p:nvPr/>
              </p:nvPicPr>
              <p:blipFill>
                <a:blip r:embed="rId24"/>
                <a:stretch>
                  <a:fillRect/>
                </a:stretch>
              </p:blipFill>
              <p:spPr>
                <a:xfrm>
                  <a:off x="3620235" y="2914545"/>
                  <a:ext cx="43308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Entrada de lápiz 17">
                  <a:extLst>
                    <a:ext uri="{FF2B5EF4-FFF2-40B4-BE49-F238E27FC236}">
                      <a16:creationId xmlns:a16="http://schemas.microsoft.com/office/drawing/2014/main" id="{69A442A1-4B83-4593-5DC3-90F9B4176AFF}"/>
                    </a:ext>
                  </a:extLst>
                </p14:cNvPr>
                <p14:cNvContentPartPr/>
                <p14:nvPr/>
              </p14:nvContentPartPr>
              <p14:xfrm>
                <a:off x="4429155" y="2819145"/>
                <a:ext cx="27720" cy="504360"/>
              </p14:xfrm>
            </p:contentPart>
          </mc:Choice>
          <mc:Fallback xmlns="">
            <p:pic>
              <p:nvPicPr>
                <p:cNvPr id="18" name="Entrada de lápiz 17">
                  <a:extLst>
                    <a:ext uri="{FF2B5EF4-FFF2-40B4-BE49-F238E27FC236}">
                      <a16:creationId xmlns:a16="http://schemas.microsoft.com/office/drawing/2014/main" id="{69A442A1-4B83-4593-5DC3-90F9B4176AFF}"/>
                    </a:ext>
                  </a:extLst>
                </p:cNvPr>
                <p:cNvPicPr/>
                <p:nvPr/>
              </p:nvPicPr>
              <p:blipFill>
                <a:blip r:embed="rId26"/>
                <a:stretch>
                  <a:fillRect/>
                </a:stretch>
              </p:blipFill>
              <p:spPr>
                <a:xfrm>
                  <a:off x="4420515" y="2810505"/>
                  <a:ext cx="45360" cy="522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9" name="Entrada de lápiz 18">
                  <a:extLst>
                    <a:ext uri="{FF2B5EF4-FFF2-40B4-BE49-F238E27FC236}">
                      <a16:creationId xmlns:a16="http://schemas.microsoft.com/office/drawing/2014/main" id="{26E3D710-6F64-757C-038D-8755FA792084}"/>
                    </a:ext>
                  </a:extLst>
                </p14:cNvPr>
                <p14:cNvContentPartPr/>
                <p14:nvPr/>
              </p14:nvContentPartPr>
              <p14:xfrm>
                <a:off x="4684395" y="2984025"/>
                <a:ext cx="259200" cy="209880"/>
              </p14:xfrm>
            </p:contentPart>
          </mc:Choice>
          <mc:Fallback xmlns="">
            <p:pic>
              <p:nvPicPr>
                <p:cNvPr id="19" name="Entrada de lápiz 18">
                  <a:extLst>
                    <a:ext uri="{FF2B5EF4-FFF2-40B4-BE49-F238E27FC236}">
                      <a16:creationId xmlns:a16="http://schemas.microsoft.com/office/drawing/2014/main" id="{26E3D710-6F64-757C-038D-8755FA792084}"/>
                    </a:ext>
                  </a:extLst>
                </p:cNvPr>
                <p:cNvPicPr/>
                <p:nvPr/>
              </p:nvPicPr>
              <p:blipFill>
                <a:blip r:embed="rId28"/>
                <a:stretch>
                  <a:fillRect/>
                </a:stretch>
              </p:blipFill>
              <p:spPr>
                <a:xfrm>
                  <a:off x="4675395" y="2975025"/>
                  <a:ext cx="27684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0" name="Entrada de lápiz 19">
                  <a:extLst>
                    <a:ext uri="{FF2B5EF4-FFF2-40B4-BE49-F238E27FC236}">
                      <a16:creationId xmlns:a16="http://schemas.microsoft.com/office/drawing/2014/main" id="{799CD9DA-9DA7-F971-BCAB-44111F75B465}"/>
                    </a:ext>
                  </a:extLst>
                </p14:cNvPr>
                <p14:cNvContentPartPr/>
                <p14:nvPr/>
              </p14:nvContentPartPr>
              <p14:xfrm>
                <a:off x="4257435" y="2828865"/>
                <a:ext cx="135000" cy="611640"/>
              </p14:xfrm>
            </p:contentPart>
          </mc:Choice>
          <mc:Fallback xmlns="">
            <p:pic>
              <p:nvPicPr>
                <p:cNvPr id="20" name="Entrada de lápiz 19">
                  <a:extLst>
                    <a:ext uri="{FF2B5EF4-FFF2-40B4-BE49-F238E27FC236}">
                      <a16:creationId xmlns:a16="http://schemas.microsoft.com/office/drawing/2014/main" id="{799CD9DA-9DA7-F971-BCAB-44111F75B465}"/>
                    </a:ext>
                  </a:extLst>
                </p:cNvPr>
                <p:cNvPicPr/>
                <p:nvPr/>
              </p:nvPicPr>
              <p:blipFill>
                <a:blip r:embed="rId30"/>
                <a:stretch>
                  <a:fillRect/>
                </a:stretch>
              </p:blipFill>
              <p:spPr>
                <a:xfrm>
                  <a:off x="4248795" y="2820225"/>
                  <a:ext cx="152640" cy="6292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1" name="Entrada de lápiz 20">
                  <a:extLst>
                    <a:ext uri="{FF2B5EF4-FFF2-40B4-BE49-F238E27FC236}">
                      <a16:creationId xmlns:a16="http://schemas.microsoft.com/office/drawing/2014/main" id="{A6373444-735D-C99D-181C-40F6E1A94AD3}"/>
                    </a:ext>
                  </a:extLst>
                </p14:cNvPr>
                <p14:cNvContentPartPr/>
                <p14:nvPr/>
              </p14:nvContentPartPr>
              <p14:xfrm>
                <a:off x="4619235" y="2808345"/>
                <a:ext cx="120240" cy="39960"/>
              </p14:xfrm>
            </p:contentPart>
          </mc:Choice>
          <mc:Fallback xmlns="">
            <p:pic>
              <p:nvPicPr>
                <p:cNvPr id="21" name="Entrada de lápiz 20">
                  <a:extLst>
                    <a:ext uri="{FF2B5EF4-FFF2-40B4-BE49-F238E27FC236}">
                      <a16:creationId xmlns:a16="http://schemas.microsoft.com/office/drawing/2014/main" id="{A6373444-735D-C99D-181C-40F6E1A94AD3}"/>
                    </a:ext>
                  </a:extLst>
                </p:cNvPr>
                <p:cNvPicPr/>
                <p:nvPr/>
              </p:nvPicPr>
              <p:blipFill>
                <a:blip r:embed="rId32"/>
                <a:stretch>
                  <a:fillRect/>
                </a:stretch>
              </p:blipFill>
              <p:spPr>
                <a:xfrm>
                  <a:off x="4610595" y="2799345"/>
                  <a:ext cx="13788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2" name="Entrada de lápiz 21">
                  <a:extLst>
                    <a:ext uri="{FF2B5EF4-FFF2-40B4-BE49-F238E27FC236}">
                      <a16:creationId xmlns:a16="http://schemas.microsoft.com/office/drawing/2014/main" id="{A26FB952-A559-45DD-C554-53B69BEF23CE}"/>
                    </a:ext>
                  </a:extLst>
                </p14:cNvPr>
                <p14:cNvContentPartPr/>
                <p14:nvPr/>
              </p14:nvContentPartPr>
              <p14:xfrm>
                <a:off x="4705275" y="2790705"/>
                <a:ext cx="141480" cy="72360"/>
              </p14:xfrm>
            </p:contentPart>
          </mc:Choice>
          <mc:Fallback xmlns="">
            <p:pic>
              <p:nvPicPr>
                <p:cNvPr id="22" name="Entrada de lápiz 21">
                  <a:extLst>
                    <a:ext uri="{FF2B5EF4-FFF2-40B4-BE49-F238E27FC236}">
                      <a16:creationId xmlns:a16="http://schemas.microsoft.com/office/drawing/2014/main" id="{A26FB952-A559-45DD-C554-53B69BEF23CE}"/>
                    </a:ext>
                  </a:extLst>
                </p:cNvPr>
                <p:cNvPicPr/>
                <p:nvPr/>
              </p:nvPicPr>
              <p:blipFill>
                <a:blip r:embed="rId34"/>
                <a:stretch>
                  <a:fillRect/>
                </a:stretch>
              </p:blipFill>
              <p:spPr>
                <a:xfrm>
                  <a:off x="4696275" y="2781705"/>
                  <a:ext cx="15912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3" name="Entrada de lápiz 22">
                  <a:extLst>
                    <a:ext uri="{FF2B5EF4-FFF2-40B4-BE49-F238E27FC236}">
                      <a16:creationId xmlns:a16="http://schemas.microsoft.com/office/drawing/2014/main" id="{79D4AA0D-5ECF-A436-3534-82FBCD23FADD}"/>
                    </a:ext>
                  </a:extLst>
                </p14:cNvPr>
                <p14:cNvContentPartPr/>
                <p14:nvPr/>
              </p14:nvContentPartPr>
              <p14:xfrm>
                <a:off x="5161755" y="2761905"/>
                <a:ext cx="19800" cy="663120"/>
              </p14:xfrm>
            </p:contentPart>
          </mc:Choice>
          <mc:Fallback xmlns="">
            <p:pic>
              <p:nvPicPr>
                <p:cNvPr id="23" name="Entrada de lápiz 22">
                  <a:extLst>
                    <a:ext uri="{FF2B5EF4-FFF2-40B4-BE49-F238E27FC236}">
                      <a16:creationId xmlns:a16="http://schemas.microsoft.com/office/drawing/2014/main" id="{79D4AA0D-5ECF-A436-3534-82FBCD23FADD}"/>
                    </a:ext>
                  </a:extLst>
                </p:cNvPr>
                <p:cNvPicPr/>
                <p:nvPr/>
              </p:nvPicPr>
              <p:blipFill>
                <a:blip r:embed="rId36"/>
                <a:stretch>
                  <a:fillRect/>
                </a:stretch>
              </p:blipFill>
              <p:spPr>
                <a:xfrm>
                  <a:off x="5153115" y="2753265"/>
                  <a:ext cx="37440" cy="6807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5" name="Entrada de lápiz 24">
                  <a:extLst>
                    <a:ext uri="{FF2B5EF4-FFF2-40B4-BE49-F238E27FC236}">
                      <a16:creationId xmlns:a16="http://schemas.microsoft.com/office/drawing/2014/main" id="{0ABBC349-EBD3-34B5-439D-8B8289489AF2}"/>
                    </a:ext>
                  </a:extLst>
                </p14:cNvPr>
                <p14:cNvContentPartPr/>
                <p14:nvPr/>
              </p14:nvContentPartPr>
              <p14:xfrm>
                <a:off x="5276595" y="2743185"/>
                <a:ext cx="10440" cy="572760"/>
              </p14:xfrm>
            </p:contentPart>
          </mc:Choice>
          <mc:Fallback xmlns="">
            <p:pic>
              <p:nvPicPr>
                <p:cNvPr id="25" name="Entrada de lápiz 24">
                  <a:extLst>
                    <a:ext uri="{FF2B5EF4-FFF2-40B4-BE49-F238E27FC236}">
                      <a16:creationId xmlns:a16="http://schemas.microsoft.com/office/drawing/2014/main" id="{0ABBC349-EBD3-34B5-439D-8B8289489AF2}"/>
                    </a:ext>
                  </a:extLst>
                </p:cNvPr>
                <p:cNvPicPr/>
                <p:nvPr/>
              </p:nvPicPr>
              <p:blipFill>
                <a:blip r:embed="rId38"/>
                <a:stretch>
                  <a:fillRect/>
                </a:stretch>
              </p:blipFill>
              <p:spPr>
                <a:xfrm>
                  <a:off x="5267595" y="2734185"/>
                  <a:ext cx="28080" cy="5904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7" name="Entrada de lápiz 26">
                  <a:extLst>
                    <a:ext uri="{FF2B5EF4-FFF2-40B4-BE49-F238E27FC236}">
                      <a16:creationId xmlns:a16="http://schemas.microsoft.com/office/drawing/2014/main" id="{8A350371-7856-6374-C0FC-96F66019193C}"/>
                    </a:ext>
                  </a:extLst>
                </p14:cNvPr>
                <p14:cNvContentPartPr/>
                <p14:nvPr/>
              </p14:nvContentPartPr>
              <p14:xfrm>
                <a:off x="5476755" y="2638425"/>
                <a:ext cx="48240" cy="795600"/>
              </p14:xfrm>
            </p:contentPart>
          </mc:Choice>
          <mc:Fallback xmlns="">
            <p:pic>
              <p:nvPicPr>
                <p:cNvPr id="27" name="Entrada de lápiz 26">
                  <a:extLst>
                    <a:ext uri="{FF2B5EF4-FFF2-40B4-BE49-F238E27FC236}">
                      <a16:creationId xmlns:a16="http://schemas.microsoft.com/office/drawing/2014/main" id="{8A350371-7856-6374-C0FC-96F66019193C}"/>
                    </a:ext>
                  </a:extLst>
                </p:cNvPr>
                <p:cNvPicPr/>
                <p:nvPr/>
              </p:nvPicPr>
              <p:blipFill>
                <a:blip r:embed="rId40"/>
                <a:stretch>
                  <a:fillRect/>
                </a:stretch>
              </p:blipFill>
              <p:spPr>
                <a:xfrm>
                  <a:off x="5468115" y="2629425"/>
                  <a:ext cx="65880" cy="8132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9" name="Entrada de lápiz 28">
                  <a:extLst>
                    <a:ext uri="{FF2B5EF4-FFF2-40B4-BE49-F238E27FC236}">
                      <a16:creationId xmlns:a16="http://schemas.microsoft.com/office/drawing/2014/main" id="{022EE637-5DE2-1E82-E289-B7B77F7FC5BF}"/>
                    </a:ext>
                  </a:extLst>
                </p14:cNvPr>
                <p14:cNvContentPartPr/>
                <p14:nvPr/>
              </p14:nvContentPartPr>
              <p14:xfrm>
                <a:off x="5581515" y="2685945"/>
                <a:ext cx="54000" cy="617400"/>
              </p14:xfrm>
            </p:contentPart>
          </mc:Choice>
          <mc:Fallback xmlns="">
            <p:pic>
              <p:nvPicPr>
                <p:cNvPr id="29" name="Entrada de lápiz 28">
                  <a:extLst>
                    <a:ext uri="{FF2B5EF4-FFF2-40B4-BE49-F238E27FC236}">
                      <a16:creationId xmlns:a16="http://schemas.microsoft.com/office/drawing/2014/main" id="{022EE637-5DE2-1E82-E289-B7B77F7FC5BF}"/>
                    </a:ext>
                  </a:extLst>
                </p:cNvPr>
                <p:cNvPicPr/>
                <p:nvPr/>
              </p:nvPicPr>
              <p:blipFill>
                <a:blip r:embed="rId42"/>
                <a:stretch>
                  <a:fillRect/>
                </a:stretch>
              </p:blipFill>
              <p:spPr>
                <a:xfrm>
                  <a:off x="5572875" y="2676945"/>
                  <a:ext cx="71640" cy="6350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0" name="Entrada de lápiz 29">
                  <a:extLst>
                    <a:ext uri="{FF2B5EF4-FFF2-40B4-BE49-F238E27FC236}">
                      <a16:creationId xmlns:a16="http://schemas.microsoft.com/office/drawing/2014/main" id="{E8BAC9A6-BE1E-8103-4AA3-3B4E635244ED}"/>
                    </a:ext>
                  </a:extLst>
                </p14:cNvPr>
                <p14:cNvContentPartPr/>
                <p14:nvPr/>
              </p14:nvContentPartPr>
              <p14:xfrm>
                <a:off x="5783115" y="2704665"/>
                <a:ext cx="239040" cy="539640"/>
              </p14:xfrm>
            </p:contentPart>
          </mc:Choice>
          <mc:Fallback xmlns="">
            <p:pic>
              <p:nvPicPr>
                <p:cNvPr id="30" name="Entrada de lápiz 29">
                  <a:extLst>
                    <a:ext uri="{FF2B5EF4-FFF2-40B4-BE49-F238E27FC236}">
                      <a16:creationId xmlns:a16="http://schemas.microsoft.com/office/drawing/2014/main" id="{E8BAC9A6-BE1E-8103-4AA3-3B4E635244ED}"/>
                    </a:ext>
                  </a:extLst>
                </p:cNvPr>
                <p:cNvPicPr/>
                <p:nvPr/>
              </p:nvPicPr>
              <p:blipFill>
                <a:blip r:embed="rId44"/>
                <a:stretch>
                  <a:fillRect/>
                </a:stretch>
              </p:blipFill>
              <p:spPr>
                <a:xfrm>
                  <a:off x="5774115" y="2696025"/>
                  <a:ext cx="256680" cy="5572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1" name="Entrada de lápiz 30">
                  <a:extLst>
                    <a:ext uri="{FF2B5EF4-FFF2-40B4-BE49-F238E27FC236}">
                      <a16:creationId xmlns:a16="http://schemas.microsoft.com/office/drawing/2014/main" id="{636D346E-ECF2-99AF-57EE-2E6F065E4FAF}"/>
                    </a:ext>
                  </a:extLst>
                </p14:cNvPr>
                <p14:cNvContentPartPr/>
                <p14:nvPr/>
              </p14:nvContentPartPr>
              <p14:xfrm>
                <a:off x="5629035" y="2579025"/>
                <a:ext cx="523440" cy="98640"/>
              </p14:xfrm>
            </p:contentPart>
          </mc:Choice>
          <mc:Fallback xmlns="">
            <p:pic>
              <p:nvPicPr>
                <p:cNvPr id="31" name="Entrada de lápiz 30">
                  <a:extLst>
                    <a:ext uri="{FF2B5EF4-FFF2-40B4-BE49-F238E27FC236}">
                      <a16:creationId xmlns:a16="http://schemas.microsoft.com/office/drawing/2014/main" id="{636D346E-ECF2-99AF-57EE-2E6F065E4FAF}"/>
                    </a:ext>
                  </a:extLst>
                </p:cNvPr>
                <p:cNvPicPr/>
                <p:nvPr/>
              </p:nvPicPr>
              <p:blipFill>
                <a:blip r:embed="rId46"/>
                <a:stretch>
                  <a:fillRect/>
                </a:stretch>
              </p:blipFill>
              <p:spPr>
                <a:xfrm>
                  <a:off x="5620395" y="2570025"/>
                  <a:ext cx="54108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2" name="Entrada de lápiz 31">
                  <a:extLst>
                    <a:ext uri="{FF2B5EF4-FFF2-40B4-BE49-F238E27FC236}">
                      <a16:creationId xmlns:a16="http://schemas.microsoft.com/office/drawing/2014/main" id="{B9CDEEA8-0250-A208-C3F1-7A3CA9D1F5E5}"/>
                    </a:ext>
                  </a:extLst>
                </p14:cNvPr>
                <p14:cNvContentPartPr/>
                <p14:nvPr/>
              </p14:nvContentPartPr>
              <p14:xfrm>
                <a:off x="5981835" y="2562105"/>
                <a:ext cx="272520" cy="219600"/>
              </p14:xfrm>
            </p:contentPart>
          </mc:Choice>
          <mc:Fallback xmlns="">
            <p:pic>
              <p:nvPicPr>
                <p:cNvPr id="32" name="Entrada de lápiz 31">
                  <a:extLst>
                    <a:ext uri="{FF2B5EF4-FFF2-40B4-BE49-F238E27FC236}">
                      <a16:creationId xmlns:a16="http://schemas.microsoft.com/office/drawing/2014/main" id="{B9CDEEA8-0250-A208-C3F1-7A3CA9D1F5E5}"/>
                    </a:ext>
                  </a:extLst>
                </p:cNvPr>
                <p:cNvPicPr/>
                <p:nvPr/>
              </p:nvPicPr>
              <p:blipFill>
                <a:blip r:embed="rId48"/>
                <a:stretch>
                  <a:fillRect/>
                </a:stretch>
              </p:blipFill>
              <p:spPr>
                <a:xfrm>
                  <a:off x="5972835" y="2553465"/>
                  <a:ext cx="29016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4" name="Entrada de lápiz 33">
                  <a:extLst>
                    <a:ext uri="{FF2B5EF4-FFF2-40B4-BE49-F238E27FC236}">
                      <a16:creationId xmlns:a16="http://schemas.microsoft.com/office/drawing/2014/main" id="{239FB3BB-EC3B-EA8D-E329-3E29726E1538}"/>
                    </a:ext>
                  </a:extLst>
                </p14:cNvPr>
                <p14:cNvContentPartPr/>
                <p14:nvPr/>
              </p14:nvContentPartPr>
              <p14:xfrm>
                <a:off x="6295755" y="2676585"/>
                <a:ext cx="97920" cy="532440"/>
              </p14:xfrm>
            </p:contentPart>
          </mc:Choice>
          <mc:Fallback xmlns="">
            <p:pic>
              <p:nvPicPr>
                <p:cNvPr id="34" name="Entrada de lápiz 33">
                  <a:extLst>
                    <a:ext uri="{FF2B5EF4-FFF2-40B4-BE49-F238E27FC236}">
                      <a16:creationId xmlns:a16="http://schemas.microsoft.com/office/drawing/2014/main" id="{239FB3BB-EC3B-EA8D-E329-3E29726E1538}"/>
                    </a:ext>
                  </a:extLst>
                </p:cNvPr>
                <p:cNvPicPr/>
                <p:nvPr/>
              </p:nvPicPr>
              <p:blipFill>
                <a:blip r:embed="rId50"/>
                <a:stretch>
                  <a:fillRect/>
                </a:stretch>
              </p:blipFill>
              <p:spPr>
                <a:xfrm>
                  <a:off x="6286755" y="2667945"/>
                  <a:ext cx="115560" cy="5500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5" name="Entrada de lápiz 34">
                  <a:extLst>
                    <a:ext uri="{FF2B5EF4-FFF2-40B4-BE49-F238E27FC236}">
                      <a16:creationId xmlns:a16="http://schemas.microsoft.com/office/drawing/2014/main" id="{A2B4A44B-1AF2-B46B-5879-123F01448309}"/>
                    </a:ext>
                  </a:extLst>
                </p14:cNvPr>
                <p14:cNvContentPartPr/>
                <p14:nvPr/>
              </p14:nvContentPartPr>
              <p14:xfrm>
                <a:off x="6362355" y="2648145"/>
                <a:ext cx="140400" cy="561600"/>
              </p14:xfrm>
            </p:contentPart>
          </mc:Choice>
          <mc:Fallback xmlns="">
            <p:pic>
              <p:nvPicPr>
                <p:cNvPr id="35" name="Entrada de lápiz 34">
                  <a:extLst>
                    <a:ext uri="{FF2B5EF4-FFF2-40B4-BE49-F238E27FC236}">
                      <a16:creationId xmlns:a16="http://schemas.microsoft.com/office/drawing/2014/main" id="{A2B4A44B-1AF2-B46B-5879-123F01448309}"/>
                    </a:ext>
                  </a:extLst>
                </p:cNvPr>
                <p:cNvPicPr/>
                <p:nvPr/>
              </p:nvPicPr>
              <p:blipFill>
                <a:blip r:embed="rId52"/>
                <a:stretch>
                  <a:fillRect/>
                </a:stretch>
              </p:blipFill>
              <p:spPr>
                <a:xfrm>
                  <a:off x="6353715" y="2639145"/>
                  <a:ext cx="158040" cy="5792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6" name="Entrada de lápiz 35">
                  <a:extLst>
                    <a:ext uri="{FF2B5EF4-FFF2-40B4-BE49-F238E27FC236}">
                      <a16:creationId xmlns:a16="http://schemas.microsoft.com/office/drawing/2014/main" id="{621065F9-ECE2-53AE-3F96-1396E6FF56DC}"/>
                    </a:ext>
                  </a:extLst>
                </p14:cNvPr>
                <p14:cNvContentPartPr/>
                <p14:nvPr/>
              </p14:nvContentPartPr>
              <p14:xfrm>
                <a:off x="6839355" y="2828145"/>
                <a:ext cx="459720" cy="383400"/>
              </p14:xfrm>
            </p:contentPart>
          </mc:Choice>
          <mc:Fallback xmlns="">
            <p:pic>
              <p:nvPicPr>
                <p:cNvPr id="36" name="Entrada de lápiz 35">
                  <a:extLst>
                    <a:ext uri="{FF2B5EF4-FFF2-40B4-BE49-F238E27FC236}">
                      <a16:creationId xmlns:a16="http://schemas.microsoft.com/office/drawing/2014/main" id="{621065F9-ECE2-53AE-3F96-1396E6FF56DC}"/>
                    </a:ext>
                  </a:extLst>
                </p:cNvPr>
                <p:cNvPicPr/>
                <p:nvPr/>
              </p:nvPicPr>
              <p:blipFill>
                <a:blip r:embed="rId54"/>
                <a:stretch>
                  <a:fillRect/>
                </a:stretch>
              </p:blipFill>
              <p:spPr>
                <a:xfrm>
                  <a:off x="6830355" y="2819505"/>
                  <a:ext cx="477360" cy="4010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7" name="Entrada de lápiz 36">
                  <a:extLst>
                    <a:ext uri="{FF2B5EF4-FFF2-40B4-BE49-F238E27FC236}">
                      <a16:creationId xmlns:a16="http://schemas.microsoft.com/office/drawing/2014/main" id="{3FE4DAAC-56BF-B780-8817-103437D1D090}"/>
                    </a:ext>
                  </a:extLst>
                </p14:cNvPr>
                <p14:cNvContentPartPr/>
                <p14:nvPr/>
              </p14:nvContentPartPr>
              <p14:xfrm>
                <a:off x="7203675" y="2914185"/>
                <a:ext cx="560520" cy="296640"/>
              </p14:xfrm>
            </p:contentPart>
          </mc:Choice>
          <mc:Fallback xmlns="">
            <p:pic>
              <p:nvPicPr>
                <p:cNvPr id="37" name="Entrada de lápiz 36">
                  <a:extLst>
                    <a:ext uri="{FF2B5EF4-FFF2-40B4-BE49-F238E27FC236}">
                      <a16:creationId xmlns:a16="http://schemas.microsoft.com/office/drawing/2014/main" id="{3FE4DAAC-56BF-B780-8817-103437D1D090}"/>
                    </a:ext>
                  </a:extLst>
                </p:cNvPr>
                <p:cNvPicPr/>
                <p:nvPr/>
              </p:nvPicPr>
              <p:blipFill>
                <a:blip r:embed="rId56"/>
                <a:stretch>
                  <a:fillRect/>
                </a:stretch>
              </p:blipFill>
              <p:spPr>
                <a:xfrm>
                  <a:off x="7194675" y="2905545"/>
                  <a:ext cx="57816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8" name="Entrada de lápiz 37">
                  <a:extLst>
                    <a:ext uri="{FF2B5EF4-FFF2-40B4-BE49-F238E27FC236}">
                      <a16:creationId xmlns:a16="http://schemas.microsoft.com/office/drawing/2014/main" id="{22F1A885-E381-3FFB-B994-2998FDD4F602}"/>
                    </a:ext>
                  </a:extLst>
                </p14:cNvPr>
                <p14:cNvContentPartPr/>
                <p14:nvPr/>
              </p14:nvContentPartPr>
              <p14:xfrm>
                <a:off x="8018715" y="2675145"/>
                <a:ext cx="458280" cy="402120"/>
              </p14:xfrm>
            </p:contentPart>
          </mc:Choice>
          <mc:Fallback xmlns="">
            <p:pic>
              <p:nvPicPr>
                <p:cNvPr id="38" name="Entrada de lápiz 37">
                  <a:extLst>
                    <a:ext uri="{FF2B5EF4-FFF2-40B4-BE49-F238E27FC236}">
                      <a16:creationId xmlns:a16="http://schemas.microsoft.com/office/drawing/2014/main" id="{22F1A885-E381-3FFB-B994-2998FDD4F602}"/>
                    </a:ext>
                  </a:extLst>
                </p:cNvPr>
                <p:cNvPicPr/>
                <p:nvPr/>
              </p:nvPicPr>
              <p:blipFill>
                <a:blip r:embed="rId58"/>
                <a:stretch>
                  <a:fillRect/>
                </a:stretch>
              </p:blipFill>
              <p:spPr>
                <a:xfrm>
                  <a:off x="8010075" y="2666505"/>
                  <a:ext cx="475920" cy="4197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9" name="Entrada de lápiz 38">
                  <a:extLst>
                    <a:ext uri="{FF2B5EF4-FFF2-40B4-BE49-F238E27FC236}">
                      <a16:creationId xmlns:a16="http://schemas.microsoft.com/office/drawing/2014/main" id="{EED45DED-3690-B236-3034-4393633DF708}"/>
                    </a:ext>
                  </a:extLst>
                </p14:cNvPr>
                <p14:cNvContentPartPr/>
                <p14:nvPr/>
              </p14:nvContentPartPr>
              <p14:xfrm>
                <a:off x="8048235" y="2837505"/>
                <a:ext cx="486720" cy="29520"/>
              </p14:xfrm>
            </p:contentPart>
          </mc:Choice>
          <mc:Fallback xmlns="">
            <p:pic>
              <p:nvPicPr>
                <p:cNvPr id="39" name="Entrada de lápiz 38">
                  <a:extLst>
                    <a:ext uri="{FF2B5EF4-FFF2-40B4-BE49-F238E27FC236}">
                      <a16:creationId xmlns:a16="http://schemas.microsoft.com/office/drawing/2014/main" id="{EED45DED-3690-B236-3034-4393633DF708}"/>
                    </a:ext>
                  </a:extLst>
                </p:cNvPr>
                <p:cNvPicPr/>
                <p:nvPr/>
              </p:nvPicPr>
              <p:blipFill>
                <a:blip r:embed="rId60"/>
                <a:stretch>
                  <a:fillRect/>
                </a:stretch>
              </p:blipFill>
              <p:spPr>
                <a:xfrm>
                  <a:off x="8039595" y="2828505"/>
                  <a:ext cx="50436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1" name="Entrada de lápiz 40">
                  <a:extLst>
                    <a:ext uri="{FF2B5EF4-FFF2-40B4-BE49-F238E27FC236}">
                      <a16:creationId xmlns:a16="http://schemas.microsoft.com/office/drawing/2014/main" id="{A4769A5A-093C-EBC2-4D3A-02BA7543D368}"/>
                    </a:ext>
                  </a:extLst>
                </p14:cNvPr>
                <p14:cNvContentPartPr/>
                <p14:nvPr/>
              </p14:nvContentPartPr>
              <p14:xfrm>
                <a:off x="2152515" y="3761985"/>
                <a:ext cx="2583000" cy="1489680"/>
              </p14:xfrm>
            </p:contentPart>
          </mc:Choice>
          <mc:Fallback xmlns="">
            <p:pic>
              <p:nvPicPr>
                <p:cNvPr id="41" name="Entrada de lápiz 40">
                  <a:extLst>
                    <a:ext uri="{FF2B5EF4-FFF2-40B4-BE49-F238E27FC236}">
                      <a16:creationId xmlns:a16="http://schemas.microsoft.com/office/drawing/2014/main" id="{A4769A5A-093C-EBC2-4D3A-02BA7543D368}"/>
                    </a:ext>
                  </a:extLst>
                </p:cNvPr>
                <p:cNvPicPr/>
                <p:nvPr/>
              </p:nvPicPr>
              <p:blipFill>
                <a:blip r:embed="rId62"/>
                <a:stretch>
                  <a:fillRect/>
                </a:stretch>
              </p:blipFill>
              <p:spPr>
                <a:xfrm>
                  <a:off x="2143875" y="3753345"/>
                  <a:ext cx="2600640" cy="15073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2" name="Entrada de lápiz 41">
                  <a:extLst>
                    <a:ext uri="{FF2B5EF4-FFF2-40B4-BE49-F238E27FC236}">
                      <a16:creationId xmlns:a16="http://schemas.microsoft.com/office/drawing/2014/main" id="{4491C9A2-D3AB-0519-EFBF-16B696C0C49A}"/>
                    </a:ext>
                  </a:extLst>
                </p14:cNvPr>
                <p14:cNvContentPartPr/>
                <p14:nvPr/>
              </p14:nvContentPartPr>
              <p14:xfrm>
                <a:off x="2647875" y="4409985"/>
                <a:ext cx="642240" cy="1066320"/>
              </p14:xfrm>
            </p:contentPart>
          </mc:Choice>
          <mc:Fallback xmlns="">
            <p:pic>
              <p:nvPicPr>
                <p:cNvPr id="42" name="Entrada de lápiz 41">
                  <a:extLst>
                    <a:ext uri="{FF2B5EF4-FFF2-40B4-BE49-F238E27FC236}">
                      <a16:creationId xmlns:a16="http://schemas.microsoft.com/office/drawing/2014/main" id="{4491C9A2-D3AB-0519-EFBF-16B696C0C49A}"/>
                    </a:ext>
                  </a:extLst>
                </p:cNvPr>
                <p:cNvPicPr/>
                <p:nvPr/>
              </p:nvPicPr>
              <p:blipFill>
                <a:blip r:embed="rId64"/>
                <a:stretch>
                  <a:fillRect/>
                </a:stretch>
              </p:blipFill>
              <p:spPr>
                <a:xfrm>
                  <a:off x="2638875" y="4401345"/>
                  <a:ext cx="659880" cy="108396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3" name="Entrada de lápiz 42">
                  <a:extLst>
                    <a:ext uri="{FF2B5EF4-FFF2-40B4-BE49-F238E27FC236}">
                      <a16:creationId xmlns:a16="http://schemas.microsoft.com/office/drawing/2014/main" id="{415905D7-39A0-6A60-70DD-19E644D5B456}"/>
                    </a:ext>
                  </a:extLst>
                </p14:cNvPr>
                <p14:cNvContentPartPr/>
                <p14:nvPr/>
              </p14:nvContentPartPr>
              <p14:xfrm>
                <a:off x="3561915" y="4493505"/>
                <a:ext cx="371880" cy="327600"/>
              </p14:xfrm>
            </p:contentPart>
          </mc:Choice>
          <mc:Fallback xmlns="">
            <p:pic>
              <p:nvPicPr>
                <p:cNvPr id="43" name="Entrada de lápiz 42">
                  <a:extLst>
                    <a:ext uri="{FF2B5EF4-FFF2-40B4-BE49-F238E27FC236}">
                      <a16:creationId xmlns:a16="http://schemas.microsoft.com/office/drawing/2014/main" id="{415905D7-39A0-6A60-70DD-19E644D5B456}"/>
                    </a:ext>
                  </a:extLst>
                </p:cNvPr>
                <p:cNvPicPr/>
                <p:nvPr/>
              </p:nvPicPr>
              <p:blipFill>
                <a:blip r:embed="rId66"/>
                <a:stretch>
                  <a:fillRect/>
                </a:stretch>
              </p:blipFill>
              <p:spPr>
                <a:xfrm>
                  <a:off x="3553275" y="4484865"/>
                  <a:ext cx="389520" cy="3452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5" name="Entrada de lápiz 44">
                  <a:extLst>
                    <a:ext uri="{FF2B5EF4-FFF2-40B4-BE49-F238E27FC236}">
                      <a16:creationId xmlns:a16="http://schemas.microsoft.com/office/drawing/2014/main" id="{349F20F5-BD41-5F62-041E-4C0F7D1C7270}"/>
                    </a:ext>
                  </a:extLst>
                </p14:cNvPr>
                <p14:cNvContentPartPr/>
                <p14:nvPr/>
              </p14:nvContentPartPr>
              <p14:xfrm>
                <a:off x="3598995" y="4533825"/>
                <a:ext cx="277560" cy="217440"/>
              </p14:xfrm>
            </p:contentPart>
          </mc:Choice>
          <mc:Fallback xmlns="">
            <p:pic>
              <p:nvPicPr>
                <p:cNvPr id="45" name="Entrada de lápiz 44">
                  <a:extLst>
                    <a:ext uri="{FF2B5EF4-FFF2-40B4-BE49-F238E27FC236}">
                      <a16:creationId xmlns:a16="http://schemas.microsoft.com/office/drawing/2014/main" id="{349F20F5-BD41-5F62-041E-4C0F7D1C7270}"/>
                    </a:ext>
                  </a:extLst>
                </p:cNvPr>
                <p:cNvPicPr/>
                <p:nvPr/>
              </p:nvPicPr>
              <p:blipFill>
                <a:blip r:embed="rId68"/>
                <a:stretch>
                  <a:fillRect/>
                </a:stretch>
              </p:blipFill>
              <p:spPr>
                <a:xfrm>
                  <a:off x="3589995" y="4524825"/>
                  <a:ext cx="29520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6" name="Entrada de lápiz 45">
                  <a:extLst>
                    <a:ext uri="{FF2B5EF4-FFF2-40B4-BE49-F238E27FC236}">
                      <a16:creationId xmlns:a16="http://schemas.microsoft.com/office/drawing/2014/main" id="{F9589903-BC89-5D41-1236-C103A23DFA4C}"/>
                    </a:ext>
                  </a:extLst>
                </p14:cNvPr>
                <p14:cNvContentPartPr/>
                <p14:nvPr/>
              </p14:nvContentPartPr>
              <p14:xfrm>
                <a:off x="3139635" y="3866745"/>
                <a:ext cx="507600" cy="325080"/>
              </p14:xfrm>
            </p:contentPart>
          </mc:Choice>
          <mc:Fallback xmlns="">
            <p:pic>
              <p:nvPicPr>
                <p:cNvPr id="46" name="Entrada de lápiz 45">
                  <a:extLst>
                    <a:ext uri="{FF2B5EF4-FFF2-40B4-BE49-F238E27FC236}">
                      <a16:creationId xmlns:a16="http://schemas.microsoft.com/office/drawing/2014/main" id="{F9589903-BC89-5D41-1236-C103A23DFA4C}"/>
                    </a:ext>
                  </a:extLst>
                </p:cNvPr>
                <p:cNvPicPr/>
                <p:nvPr/>
              </p:nvPicPr>
              <p:blipFill>
                <a:blip r:embed="rId70"/>
                <a:stretch>
                  <a:fillRect/>
                </a:stretch>
              </p:blipFill>
              <p:spPr>
                <a:xfrm>
                  <a:off x="3130635" y="3858105"/>
                  <a:ext cx="525240" cy="3427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8" name="Entrada de lápiz 47">
                  <a:extLst>
                    <a:ext uri="{FF2B5EF4-FFF2-40B4-BE49-F238E27FC236}">
                      <a16:creationId xmlns:a16="http://schemas.microsoft.com/office/drawing/2014/main" id="{AF266535-586A-011A-EE06-DADA841078C7}"/>
                    </a:ext>
                  </a:extLst>
                </p14:cNvPr>
                <p14:cNvContentPartPr/>
                <p14:nvPr/>
              </p14:nvContentPartPr>
              <p14:xfrm>
                <a:off x="2857395" y="3556065"/>
                <a:ext cx="424800" cy="349200"/>
              </p14:xfrm>
            </p:contentPart>
          </mc:Choice>
          <mc:Fallback xmlns="">
            <p:pic>
              <p:nvPicPr>
                <p:cNvPr id="48" name="Entrada de lápiz 47">
                  <a:extLst>
                    <a:ext uri="{FF2B5EF4-FFF2-40B4-BE49-F238E27FC236}">
                      <a16:creationId xmlns:a16="http://schemas.microsoft.com/office/drawing/2014/main" id="{AF266535-586A-011A-EE06-DADA841078C7}"/>
                    </a:ext>
                  </a:extLst>
                </p:cNvPr>
                <p:cNvPicPr/>
                <p:nvPr/>
              </p:nvPicPr>
              <p:blipFill>
                <a:blip r:embed="rId72"/>
                <a:stretch>
                  <a:fillRect/>
                </a:stretch>
              </p:blipFill>
              <p:spPr>
                <a:xfrm>
                  <a:off x="2848395" y="3547425"/>
                  <a:ext cx="44244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9" name="Entrada de lápiz 48">
                  <a:extLst>
                    <a:ext uri="{FF2B5EF4-FFF2-40B4-BE49-F238E27FC236}">
                      <a16:creationId xmlns:a16="http://schemas.microsoft.com/office/drawing/2014/main" id="{52A7144A-B4F9-5D02-F437-C039CE1FB288}"/>
                    </a:ext>
                  </a:extLst>
                </p14:cNvPr>
                <p14:cNvContentPartPr/>
                <p14:nvPr/>
              </p14:nvContentPartPr>
              <p14:xfrm>
                <a:off x="4466955" y="5200545"/>
                <a:ext cx="276120" cy="349200"/>
              </p14:xfrm>
            </p:contentPart>
          </mc:Choice>
          <mc:Fallback xmlns="">
            <p:pic>
              <p:nvPicPr>
                <p:cNvPr id="49" name="Entrada de lápiz 48">
                  <a:extLst>
                    <a:ext uri="{FF2B5EF4-FFF2-40B4-BE49-F238E27FC236}">
                      <a16:creationId xmlns:a16="http://schemas.microsoft.com/office/drawing/2014/main" id="{52A7144A-B4F9-5D02-F437-C039CE1FB288}"/>
                    </a:ext>
                  </a:extLst>
                </p:cNvPr>
                <p:cNvPicPr/>
                <p:nvPr/>
              </p:nvPicPr>
              <p:blipFill>
                <a:blip r:embed="rId74"/>
                <a:stretch>
                  <a:fillRect/>
                </a:stretch>
              </p:blipFill>
              <p:spPr>
                <a:xfrm>
                  <a:off x="4458315" y="5191905"/>
                  <a:ext cx="29376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0" name="Entrada de lápiz 49">
                  <a:extLst>
                    <a:ext uri="{FF2B5EF4-FFF2-40B4-BE49-F238E27FC236}">
                      <a16:creationId xmlns:a16="http://schemas.microsoft.com/office/drawing/2014/main" id="{5F1283E6-5BA9-C365-F14F-7BCD50B8D8C1}"/>
                    </a:ext>
                  </a:extLst>
                </p14:cNvPr>
                <p14:cNvContentPartPr/>
                <p14:nvPr/>
              </p14:nvContentPartPr>
              <p14:xfrm>
                <a:off x="4333755" y="4979865"/>
                <a:ext cx="554760" cy="249840"/>
              </p14:xfrm>
            </p:contentPart>
          </mc:Choice>
          <mc:Fallback xmlns="">
            <p:pic>
              <p:nvPicPr>
                <p:cNvPr id="50" name="Entrada de lápiz 49">
                  <a:extLst>
                    <a:ext uri="{FF2B5EF4-FFF2-40B4-BE49-F238E27FC236}">
                      <a16:creationId xmlns:a16="http://schemas.microsoft.com/office/drawing/2014/main" id="{5F1283E6-5BA9-C365-F14F-7BCD50B8D8C1}"/>
                    </a:ext>
                  </a:extLst>
                </p:cNvPr>
                <p:cNvPicPr/>
                <p:nvPr/>
              </p:nvPicPr>
              <p:blipFill>
                <a:blip r:embed="rId76"/>
                <a:stretch>
                  <a:fillRect/>
                </a:stretch>
              </p:blipFill>
              <p:spPr>
                <a:xfrm>
                  <a:off x="4324755" y="4970865"/>
                  <a:ext cx="57240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3" name="Entrada de lápiz 52">
                  <a:extLst>
                    <a:ext uri="{FF2B5EF4-FFF2-40B4-BE49-F238E27FC236}">
                      <a16:creationId xmlns:a16="http://schemas.microsoft.com/office/drawing/2014/main" id="{875FFB24-DFC5-D11B-2FF5-5A8155B1CD17}"/>
                    </a:ext>
                  </a:extLst>
                </p14:cNvPr>
                <p14:cNvContentPartPr/>
                <p14:nvPr/>
              </p14:nvContentPartPr>
              <p14:xfrm>
                <a:off x="4685475" y="4981305"/>
                <a:ext cx="230040" cy="239400"/>
              </p14:xfrm>
            </p:contentPart>
          </mc:Choice>
          <mc:Fallback xmlns="">
            <p:pic>
              <p:nvPicPr>
                <p:cNvPr id="53" name="Entrada de lápiz 52">
                  <a:extLst>
                    <a:ext uri="{FF2B5EF4-FFF2-40B4-BE49-F238E27FC236}">
                      <a16:creationId xmlns:a16="http://schemas.microsoft.com/office/drawing/2014/main" id="{875FFB24-DFC5-D11B-2FF5-5A8155B1CD17}"/>
                    </a:ext>
                  </a:extLst>
                </p:cNvPr>
                <p:cNvPicPr/>
                <p:nvPr/>
              </p:nvPicPr>
              <p:blipFill>
                <a:blip r:embed="rId78"/>
                <a:stretch>
                  <a:fillRect/>
                </a:stretch>
              </p:blipFill>
              <p:spPr>
                <a:xfrm>
                  <a:off x="4676835" y="4972665"/>
                  <a:ext cx="24768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5" name="Entrada de lápiz 54">
                  <a:extLst>
                    <a:ext uri="{FF2B5EF4-FFF2-40B4-BE49-F238E27FC236}">
                      <a16:creationId xmlns:a16="http://schemas.microsoft.com/office/drawing/2014/main" id="{1DB92CCC-CB37-3001-DBDC-3AFF88C163E0}"/>
                    </a:ext>
                  </a:extLst>
                </p14:cNvPr>
                <p14:cNvContentPartPr/>
                <p14:nvPr/>
              </p14:nvContentPartPr>
              <p14:xfrm>
                <a:off x="4257435" y="1603065"/>
                <a:ext cx="1420920" cy="2064240"/>
              </p14:xfrm>
            </p:contentPart>
          </mc:Choice>
          <mc:Fallback xmlns="">
            <p:pic>
              <p:nvPicPr>
                <p:cNvPr id="55" name="Entrada de lápiz 54">
                  <a:extLst>
                    <a:ext uri="{FF2B5EF4-FFF2-40B4-BE49-F238E27FC236}">
                      <a16:creationId xmlns:a16="http://schemas.microsoft.com/office/drawing/2014/main" id="{1DB92CCC-CB37-3001-DBDC-3AFF88C163E0}"/>
                    </a:ext>
                  </a:extLst>
                </p:cNvPr>
                <p:cNvPicPr/>
                <p:nvPr/>
              </p:nvPicPr>
              <p:blipFill>
                <a:blip r:embed="rId80"/>
                <a:stretch>
                  <a:fillRect/>
                </a:stretch>
              </p:blipFill>
              <p:spPr>
                <a:xfrm>
                  <a:off x="4248795" y="1594425"/>
                  <a:ext cx="1438560" cy="20818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6" name="Entrada de lápiz 55">
                  <a:extLst>
                    <a:ext uri="{FF2B5EF4-FFF2-40B4-BE49-F238E27FC236}">
                      <a16:creationId xmlns:a16="http://schemas.microsoft.com/office/drawing/2014/main" id="{5A5D251A-7A20-65EE-4439-7C052CC183A2}"/>
                    </a:ext>
                  </a:extLst>
                </p14:cNvPr>
                <p14:cNvContentPartPr/>
                <p14:nvPr/>
              </p14:nvContentPartPr>
              <p14:xfrm>
                <a:off x="5409795" y="1599105"/>
                <a:ext cx="304200" cy="510840"/>
              </p14:xfrm>
            </p:contentPart>
          </mc:Choice>
          <mc:Fallback xmlns="">
            <p:pic>
              <p:nvPicPr>
                <p:cNvPr id="56" name="Entrada de lápiz 55">
                  <a:extLst>
                    <a:ext uri="{FF2B5EF4-FFF2-40B4-BE49-F238E27FC236}">
                      <a16:creationId xmlns:a16="http://schemas.microsoft.com/office/drawing/2014/main" id="{5A5D251A-7A20-65EE-4439-7C052CC183A2}"/>
                    </a:ext>
                  </a:extLst>
                </p:cNvPr>
                <p:cNvPicPr/>
                <p:nvPr/>
              </p:nvPicPr>
              <p:blipFill>
                <a:blip r:embed="rId82"/>
                <a:stretch>
                  <a:fillRect/>
                </a:stretch>
              </p:blipFill>
              <p:spPr>
                <a:xfrm>
                  <a:off x="5401155" y="1590105"/>
                  <a:ext cx="321840" cy="5284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7" name="Entrada de lápiz 56">
                  <a:extLst>
                    <a:ext uri="{FF2B5EF4-FFF2-40B4-BE49-F238E27FC236}">
                      <a16:creationId xmlns:a16="http://schemas.microsoft.com/office/drawing/2014/main" id="{6EE62C0F-C8A9-B4E1-3B65-39CB083BE6E9}"/>
                    </a:ext>
                  </a:extLst>
                </p14:cNvPr>
                <p14:cNvContentPartPr/>
                <p14:nvPr/>
              </p14:nvContentPartPr>
              <p14:xfrm>
                <a:off x="5828835" y="1206570"/>
                <a:ext cx="220680" cy="473400"/>
              </p14:xfrm>
            </p:contentPart>
          </mc:Choice>
          <mc:Fallback xmlns="">
            <p:pic>
              <p:nvPicPr>
                <p:cNvPr id="57" name="Entrada de lápiz 56">
                  <a:extLst>
                    <a:ext uri="{FF2B5EF4-FFF2-40B4-BE49-F238E27FC236}">
                      <a16:creationId xmlns:a16="http://schemas.microsoft.com/office/drawing/2014/main" id="{6EE62C0F-C8A9-B4E1-3B65-39CB083BE6E9}"/>
                    </a:ext>
                  </a:extLst>
                </p:cNvPr>
                <p:cNvPicPr/>
                <p:nvPr/>
              </p:nvPicPr>
              <p:blipFill>
                <a:blip r:embed="rId84"/>
                <a:stretch>
                  <a:fillRect/>
                </a:stretch>
              </p:blipFill>
              <p:spPr>
                <a:xfrm>
                  <a:off x="5820195" y="1197930"/>
                  <a:ext cx="238320" cy="4910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9" name="Entrada de lápiz 58">
                  <a:extLst>
                    <a:ext uri="{FF2B5EF4-FFF2-40B4-BE49-F238E27FC236}">
                      <a16:creationId xmlns:a16="http://schemas.microsoft.com/office/drawing/2014/main" id="{0F9FC643-8625-D967-4E8D-3D1CA2D44885}"/>
                    </a:ext>
                  </a:extLst>
                </p14:cNvPr>
                <p14:cNvContentPartPr/>
                <p14:nvPr/>
              </p14:nvContentPartPr>
              <p14:xfrm>
                <a:off x="5247795" y="2085105"/>
                <a:ext cx="2052720" cy="1820160"/>
              </p14:xfrm>
            </p:contentPart>
          </mc:Choice>
          <mc:Fallback xmlns="">
            <p:pic>
              <p:nvPicPr>
                <p:cNvPr id="59" name="Entrada de lápiz 58">
                  <a:extLst>
                    <a:ext uri="{FF2B5EF4-FFF2-40B4-BE49-F238E27FC236}">
                      <a16:creationId xmlns:a16="http://schemas.microsoft.com/office/drawing/2014/main" id="{0F9FC643-8625-D967-4E8D-3D1CA2D44885}"/>
                    </a:ext>
                  </a:extLst>
                </p:cNvPr>
                <p:cNvPicPr/>
                <p:nvPr/>
              </p:nvPicPr>
              <p:blipFill>
                <a:blip r:embed="rId86"/>
                <a:stretch>
                  <a:fillRect/>
                </a:stretch>
              </p:blipFill>
              <p:spPr>
                <a:xfrm>
                  <a:off x="5239155" y="2076465"/>
                  <a:ext cx="2070360" cy="18378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60" name="Entrada de lápiz 59">
                  <a:extLst>
                    <a:ext uri="{FF2B5EF4-FFF2-40B4-BE49-F238E27FC236}">
                      <a16:creationId xmlns:a16="http://schemas.microsoft.com/office/drawing/2014/main" id="{8CE826A1-46C7-8673-FE05-C5C70B1D4A5D}"/>
                    </a:ext>
                  </a:extLst>
                </p14:cNvPr>
                <p14:cNvContentPartPr/>
                <p14:nvPr/>
              </p14:nvContentPartPr>
              <p14:xfrm>
                <a:off x="7057875" y="2161785"/>
                <a:ext cx="295920" cy="281160"/>
              </p14:xfrm>
            </p:contentPart>
          </mc:Choice>
          <mc:Fallback xmlns="">
            <p:pic>
              <p:nvPicPr>
                <p:cNvPr id="60" name="Entrada de lápiz 59">
                  <a:extLst>
                    <a:ext uri="{FF2B5EF4-FFF2-40B4-BE49-F238E27FC236}">
                      <a16:creationId xmlns:a16="http://schemas.microsoft.com/office/drawing/2014/main" id="{8CE826A1-46C7-8673-FE05-C5C70B1D4A5D}"/>
                    </a:ext>
                  </a:extLst>
                </p:cNvPr>
                <p:cNvPicPr/>
                <p:nvPr/>
              </p:nvPicPr>
              <p:blipFill>
                <a:blip r:embed="rId88"/>
                <a:stretch>
                  <a:fillRect/>
                </a:stretch>
              </p:blipFill>
              <p:spPr>
                <a:xfrm>
                  <a:off x="7049235" y="2152785"/>
                  <a:ext cx="313560" cy="2988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62" name="Entrada de lápiz 61">
                  <a:extLst>
                    <a:ext uri="{FF2B5EF4-FFF2-40B4-BE49-F238E27FC236}">
                      <a16:creationId xmlns:a16="http://schemas.microsoft.com/office/drawing/2014/main" id="{65C3B9D4-FA17-254C-014A-19ED802A2C62}"/>
                    </a:ext>
                  </a:extLst>
                </p14:cNvPr>
                <p14:cNvContentPartPr/>
                <p14:nvPr/>
              </p14:nvContentPartPr>
              <p14:xfrm>
                <a:off x="7553235" y="1788825"/>
                <a:ext cx="172800" cy="488160"/>
              </p14:xfrm>
            </p:contentPart>
          </mc:Choice>
          <mc:Fallback xmlns="">
            <p:pic>
              <p:nvPicPr>
                <p:cNvPr id="62" name="Entrada de lápiz 61">
                  <a:extLst>
                    <a:ext uri="{FF2B5EF4-FFF2-40B4-BE49-F238E27FC236}">
                      <a16:creationId xmlns:a16="http://schemas.microsoft.com/office/drawing/2014/main" id="{65C3B9D4-FA17-254C-014A-19ED802A2C62}"/>
                    </a:ext>
                  </a:extLst>
                </p:cNvPr>
                <p:cNvPicPr/>
                <p:nvPr/>
              </p:nvPicPr>
              <p:blipFill>
                <a:blip r:embed="rId90"/>
                <a:stretch>
                  <a:fillRect/>
                </a:stretch>
              </p:blipFill>
              <p:spPr>
                <a:xfrm>
                  <a:off x="7544235" y="1779825"/>
                  <a:ext cx="190440" cy="5058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64" name="Entrada de lápiz 63">
                  <a:extLst>
                    <a:ext uri="{FF2B5EF4-FFF2-40B4-BE49-F238E27FC236}">
                      <a16:creationId xmlns:a16="http://schemas.microsoft.com/office/drawing/2014/main" id="{62EBE6DE-CD7F-83D0-E305-39B2117C04A0}"/>
                    </a:ext>
                  </a:extLst>
                </p14:cNvPr>
                <p14:cNvContentPartPr/>
                <p14:nvPr/>
              </p14:nvContentPartPr>
              <p14:xfrm>
                <a:off x="1542675" y="2166105"/>
                <a:ext cx="1649880" cy="1478160"/>
              </p14:xfrm>
            </p:contentPart>
          </mc:Choice>
          <mc:Fallback xmlns="">
            <p:pic>
              <p:nvPicPr>
                <p:cNvPr id="64" name="Entrada de lápiz 63">
                  <a:extLst>
                    <a:ext uri="{FF2B5EF4-FFF2-40B4-BE49-F238E27FC236}">
                      <a16:creationId xmlns:a16="http://schemas.microsoft.com/office/drawing/2014/main" id="{62EBE6DE-CD7F-83D0-E305-39B2117C04A0}"/>
                    </a:ext>
                  </a:extLst>
                </p:cNvPr>
                <p:cNvPicPr/>
                <p:nvPr/>
              </p:nvPicPr>
              <p:blipFill>
                <a:blip r:embed="rId92"/>
                <a:stretch>
                  <a:fillRect/>
                </a:stretch>
              </p:blipFill>
              <p:spPr>
                <a:xfrm>
                  <a:off x="1534035" y="2157465"/>
                  <a:ext cx="1667520" cy="14958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6" name="Entrada de lápiz 65">
                  <a:extLst>
                    <a:ext uri="{FF2B5EF4-FFF2-40B4-BE49-F238E27FC236}">
                      <a16:creationId xmlns:a16="http://schemas.microsoft.com/office/drawing/2014/main" id="{3F27833F-003A-4D5B-53B6-5AE5347AAA9F}"/>
                    </a:ext>
                  </a:extLst>
                </p14:cNvPr>
                <p14:cNvContentPartPr/>
                <p14:nvPr/>
              </p14:nvContentPartPr>
              <p14:xfrm>
                <a:off x="6045555" y="4886265"/>
                <a:ext cx="917280" cy="383760"/>
              </p14:xfrm>
            </p:contentPart>
          </mc:Choice>
          <mc:Fallback xmlns="">
            <p:pic>
              <p:nvPicPr>
                <p:cNvPr id="66" name="Entrada de lápiz 65">
                  <a:extLst>
                    <a:ext uri="{FF2B5EF4-FFF2-40B4-BE49-F238E27FC236}">
                      <a16:creationId xmlns:a16="http://schemas.microsoft.com/office/drawing/2014/main" id="{3F27833F-003A-4D5B-53B6-5AE5347AAA9F}"/>
                    </a:ext>
                  </a:extLst>
                </p:cNvPr>
                <p:cNvPicPr/>
                <p:nvPr/>
              </p:nvPicPr>
              <p:blipFill>
                <a:blip r:embed="rId94"/>
                <a:stretch>
                  <a:fillRect/>
                </a:stretch>
              </p:blipFill>
              <p:spPr>
                <a:xfrm>
                  <a:off x="6036555" y="4877625"/>
                  <a:ext cx="934920" cy="4014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67" name="Entrada de lápiz 66">
                  <a:extLst>
                    <a:ext uri="{FF2B5EF4-FFF2-40B4-BE49-F238E27FC236}">
                      <a16:creationId xmlns:a16="http://schemas.microsoft.com/office/drawing/2014/main" id="{2D73A8D6-8D69-A024-3F7C-F03AC36D3A55}"/>
                    </a:ext>
                  </a:extLst>
                </p14:cNvPr>
                <p14:cNvContentPartPr/>
                <p14:nvPr/>
              </p14:nvContentPartPr>
              <p14:xfrm>
                <a:off x="6076875" y="4787625"/>
                <a:ext cx="585720" cy="108000"/>
              </p14:xfrm>
            </p:contentPart>
          </mc:Choice>
          <mc:Fallback xmlns="">
            <p:pic>
              <p:nvPicPr>
                <p:cNvPr id="67" name="Entrada de lápiz 66">
                  <a:extLst>
                    <a:ext uri="{FF2B5EF4-FFF2-40B4-BE49-F238E27FC236}">
                      <a16:creationId xmlns:a16="http://schemas.microsoft.com/office/drawing/2014/main" id="{2D73A8D6-8D69-A024-3F7C-F03AC36D3A55}"/>
                    </a:ext>
                  </a:extLst>
                </p:cNvPr>
                <p:cNvPicPr/>
                <p:nvPr/>
              </p:nvPicPr>
              <p:blipFill>
                <a:blip r:embed="rId96"/>
                <a:stretch>
                  <a:fillRect/>
                </a:stretch>
              </p:blipFill>
              <p:spPr>
                <a:xfrm>
                  <a:off x="6067875" y="4778985"/>
                  <a:ext cx="60336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8" name="Entrada de lápiz 67">
                  <a:extLst>
                    <a:ext uri="{FF2B5EF4-FFF2-40B4-BE49-F238E27FC236}">
                      <a16:creationId xmlns:a16="http://schemas.microsoft.com/office/drawing/2014/main" id="{D28FEE88-021F-DE18-296A-D856AF4AAA2C}"/>
                    </a:ext>
                  </a:extLst>
                </p14:cNvPr>
                <p14:cNvContentPartPr/>
                <p14:nvPr/>
              </p14:nvContentPartPr>
              <p14:xfrm>
                <a:off x="6372075" y="4648305"/>
                <a:ext cx="264960" cy="294120"/>
              </p14:xfrm>
            </p:contentPart>
          </mc:Choice>
          <mc:Fallback xmlns="">
            <p:pic>
              <p:nvPicPr>
                <p:cNvPr id="68" name="Entrada de lápiz 67">
                  <a:extLst>
                    <a:ext uri="{FF2B5EF4-FFF2-40B4-BE49-F238E27FC236}">
                      <a16:creationId xmlns:a16="http://schemas.microsoft.com/office/drawing/2014/main" id="{D28FEE88-021F-DE18-296A-D856AF4AAA2C}"/>
                    </a:ext>
                  </a:extLst>
                </p:cNvPr>
                <p:cNvPicPr/>
                <p:nvPr/>
              </p:nvPicPr>
              <p:blipFill>
                <a:blip r:embed="rId98"/>
                <a:stretch>
                  <a:fillRect/>
                </a:stretch>
              </p:blipFill>
              <p:spPr>
                <a:xfrm>
                  <a:off x="6363435" y="4639305"/>
                  <a:ext cx="28260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9" name="Entrada de lápiz 68">
                  <a:extLst>
                    <a:ext uri="{FF2B5EF4-FFF2-40B4-BE49-F238E27FC236}">
                      <a16:creationId xmlns:a16="http://schemas.microsoft.com/office/drawing/2014/main" id="{02411870-DABF-F0F8-303E-4BD6FAECB0FF}"/>
                    </a:ext>
                  </a:extLst>
                </p14:cNvPr>
                <p14:cNvContentPartPr/>
                <p14:nvPr/>
              </p14:nvContentPartPr>
              <p14:xfrm>
                <a:off x="6978675" y="4657305"/>
                <a:ext cx="272160" cy="568800"/>
              </p14:xfrm>
            </p:contentPart>
          </mc:Choice>
          <mc:Fallback xmlns="">
            <p:pic>
              <p:nvPicPr>
                <p:cNvPr id="69" name="Entrada de lápiz 68">
                  <a:extLst>
                    <a:ext uri="{FF2B5EF4-FFF2-40B4-BE49-F238E27FC236}">
                      <a16:creationId xmlns:a16="http://schemas.microsoft.com/office/drawing/2014/main" id="{02411870-DABF-F0F8-303E-4BD6FAECB0FF}"/>
                    </a:ext>
                  </a:extLst>
                </p:cNvPr>
                <p:cNvPicPr/>
                <p:nvPr/>
              </p:nvPicPr>
              <p:blipFill>
                <a:blip r:embed="rId100"/>
                <a:stretch>
                  <a:fillRect/>
                </a:stretch>
              </p:blipFill>
              <p:spPr>
                <a:xfrm>
                  <a:off x="6970035" y="4648665"/>
                  <a:ext cx="289800" cy="58644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70" name="Entrada de lápiz 69">
                  <a:extLst>
                    <a:ext uri="{FF2B5EF4-FFF2-40B4-BE49-F238E27FC236}">
                      <a16:creationId xmlns:a16="http://schemas.microsoft.com/office/drawing/2014/main" id="{10BE2853-1EFF-46B1-3813-AEBCF2D25400}"/>
                    </a:ext>
                  </a:extLst>
                </p14:cNvPr>
                <p14:cNvContentPartPr/>
                <p14:nvPr/>
              </p14:nvContentPartPr>
              <p14:xfrm>
                <a:off x="6819915" y="5181105"/>
                <a:ext cx="360" cy="360"/>
              </p14:xfrm>
            </p:contentPart>
          </mc:Choice>
          <mc:Fallback xmlns="">
            <p:pic>
              <p:nvPicPr>
                <p:cNvPr id="70" name="Entrada de lápiz 69">
                  <a:extLst>
                    <a:ext uri="{FF2B5EF4-FFF2-40B4-BE49-F238E27FC236}">
                      <a16:creationId xmlns:a16="http://schemas.microsoft.com/office/drawing/2014/main" id="{10BE2853-1EFF-46B1-3813-AEBCF2D25400}"/>
                    </a:ext>
                  </a:extLst>
                </p:cNvPr>
                <p:cNvPicPr/>
                <p:nvPr/>
              </p:nvPicPr>
              <p:blipFill>
                <a:blip r:embed="rId17"/>
                <a:stretch>
                  <a:fillRect/>
                </a:stretch>
              </p:blipFill>
              <p:spPr>
                <a:xfrm>
                  <a:off x="6810915" y="517246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2" name="Entrada de lápiz 71">
                  <a:extLst>
                    <a:ext uri="{FF2B5EF4-FFF2-40B4-BE49-F238E27FC236}">
                      <a16:creationId xmlns:a16="http://schemas.microsoft.com/office/drawing/2014/main" id="{41380CB3-88E7-5BD6-9684-FEC44FFF97ED}"/>
                    </a:ext>
                  </a:extLst>
                </p14:cNvPr>
                <p14:cNvContentPartPr/>
                <p14:nvPr/>
              </p14:nvContentPartPr>
              <p14:xfrm>
                <a:off x="6838635" y="4261305"/>
                <a:ext cx="745200" cy="158400"/>
              </p14:xfrm>
            </p:contentPart>
          </mc:Choice>
          <mc:Fallback xmlns="">
            <p:pic>
              <p:nvPicPr>
                <p:cNvPr id="72" name="Entrada de lápiz 71">
                  <a:extLst>
                    <a:ext uri="{FF2B5EF4-FFF2-40B4-BE49-F238E27FC236}">
                      <a16:creationId xmlns:a16="http://schemas.microsoft.com/office/drawing/2014/main" id="{41380CB3-88E7-5BD6-9684-FEC44FFF97ED}"/>
                    </a:ext>
                  </a:extLst>
                </p:cNvPr>
                <p:cNvPicPr/>
                <p:nvPr/>
              </p:nvPicPr>
              <p:blipFill>
                <a:blip r:embed="rId103"/>
                <a:stretch>
                  <a:fillRect/>
                </a:stretch>
              </p:blipFill>
              <p:spPr>
                <a:xfrm>
                  <a:off x="6829995" y="4252305"/>
                  <a:ext cx="76284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3" name="Entrada de lápiz 72">
                  <a:extLst>
                    <a:ext uri="{FF2B5EF4-FFF2-40B4-BE49-F238E27FC236}">
                      <a16:creationId xmlns:a16="http://schemas.microsoft.com/office/drawing/2014/main" id="{2FCF4EB8-B1D4-0F4D-863B-163B3C0B6D23}"/>
                    </a:ext>
                  </a:extLst>
                </p14:cNvPr>
                <p14:cNvContentPartPr/>
                <p14:nvPr/>
              </p14:nvContentPartPr>
              <p14:xfrm>
                <a:off x="7458195" y="4209825"/>
                <a:ext cx="384120" cy="230040"/>
              </p14:xfrm>
            </p:contentPart>
          </mc:Choice>
          <mc:Fallback xmlns="">
            <p:pic>
              <p:nvPicPr>
                <p:cNvPr id="73" name="Entrada de lápiz 72">
                  <a:extLst>
                    <a:ext uri="{FF2B5EF4-FFF2-40B4-BE49-F238E27FC236}">
                      <a16:creationId xmlns:a16="http://schemas.microsoft.com/office/drawing/2014/main" id="{2FCF4EB8-B1D4-0F4D-863B-163B3C0B6D23}"/>
                    </a:ext>
                  </a:extLst>
                </p:cNvPr>
                <p:cNvPicPr/>
                <p:nvPr/>
              </p:nvPicPr>
              <p:blipFill>
                <a:blip r:embed="rId105"/>
                <a:stretch>
                  <a:fillRect/>
                </a:stretch>
              </p:blipFill>
              <p:spPr>
                <a:xfrm>
                  <a:off x="7449195" y="4200825"/>
                  <a:ext cx="40176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5" name="Entrada de lápiz 74">
                  <a:extLst>
                    <a:ext uri="{FF2B5EF4-FFF2-40B4-BE49-F238E27FC236}">
                      <a16:creationId xmlns:a16="http://schemas.microsoft.com/office/drawing/2014/main" id="{8E579D61-11AF-6F01-0C8B-A016A9893331}"/>
                    </a:ext>
                  </a:extLst>
                </p14:cNvPr>
                <p14:cNvContentPartPr/>
                <p14:nvPr/>
              </p14:nvContentPartPr>
              <p14:xfrm>
                <a:off x="7715235" y="4944225"/>
                <a:ext cx="386280" cy="85320"/>
              </p14:xfrm>
            </p:contentPart>
          </mc:Choice>
          <mc:Fallback xmlns="">
            <p:pic>
              <p:nvPicPr>
                <p:cNvPr id="75" name="Entrada de lápiz 74">
                  <a:extLst>
                    <a:ext uri="{FF2B5EF4-FFF2-40B4-BE49-F238E27FC236}">
                      <a16:creationId xmlns:a16="http://schemas.microsoft.com/office/drawing/2014/main" id="{8E579D61-11AF-6F01-0C8B-A016A9893331}"/>
                    </a:ext>
                  </a:extLst>
                </p:cNvPr>
                <p:cNvPicPr/>
                <p:nvPr/>
              </p:nvPicPr>
              <p:blipFill>
                <a:blip r:embed="rId107"/>
                <a:stretch>
                  <a:fillRect/>
                </a:stretch>
              </p:blipFill>
              <p:spPr>
                <a:xfrm>
                  <a:off x="7706235" y="4935225"/>
                  <a:ext cx="40392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6" name="Entrada de lápiz 75">
                  <a:extLst>
                    <a:ext uri="{FF2B5EF4-FFF2-40B4-BE49-F238E27FC236}">
                      <a16:creationId xmlns:a16="http://schemas.microsoft.com/office/drawing/2014/main" id="{E1083A0D-6B3B-B8D0-C403-ECA0F592A1E0}"/>
                    </a:ext>
                  </a:extLst>
                </p14:cNvPr>
                <p14:cNvContentPartPr/>
                <p14:nvPr/>
              </p14:nvContentPartPr>
              <p14:xfrm>
                <a:off x="7972275" y="4971585"/>
                <a:ext cx="241560" cy="143640"/>
              </p14:xfrm>
            </p:contentPart>
          </mc:Choice>
          <mc:Fallback xmlns="">
            <p:pic>
              <p:nvPicPr>
                <p:cNvPr id="76" name="Entrada de lápiz 75">
                  <a:extLst>
                    <a:ext uri="{FF2B5EF4-FFF2-40B4-BE49-F238E27FC236}">
                      <a16:creationId xmlns:a16="http://schemas.microsoft.com/office/drawing/2014/main" id="{E1083A0D-6B3B-B8D0-C403-ECA0F592A1E0}"/>
                    </a:ext>
                  </a:extLst>
                </p:cNvPr>
                <p:cNvPicPr/>
                <p:nvPr/>
              </p:nvPicPr>
              <p:blipFill>
                <a:blip r:embed="rId109"/>
                <a:stretch>
                  <a:fillRect/>
                </a:stretch>
              </p:blipFill>
              <p:spPr>
                <a:xfrm>
                  <a:off x="7963275" y="4962585"/>
                  <a:ext cx="25920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8" name="Entrada de lápiz 77">
                  <a:extLst>
                    <a:ext uri="{FF2B5EF4-FFF2-40B4-BE49-F238E27FC236}">
                      <a16:creationId xmlns:a16="http://schemas.microsoft.com/office/drawing/2014/main" id="{69FF722A-3467-AE11-2EA8-920205B9563F}"/>
                    </a:ext>
                  </a:extLst>
                </p14:cNvPr>
                <p14:cNvContentPartPr/>
                <p14:nvPr/>
              </p14:nvContentPartPr>
              <p14:xfrm>
                <a:off x="8312115" y="4800585"/>
                <a:ext cx="547200" cy="495720"/>
              </p14:xfrm>
            </p:contentPart>
          </mc:Choice>
          <mc:Fallback xmlns="">
            <p:pic>
              <p:nvPicPr>
                <p:cNvPr id="78" name="Entrada de lápiz 77">
                  <a:extLst>
                    <a:ext uri="{FF2B5EF4-FFF2-40B4-BE49-F238E27FC236}">
                      <a16:creationId xmlns:a16="http://schemas.microsoft.com/office/drawing/2014/main" id="{69FF722A-3467-AE11-2EA8-920205B9563F}"/>
                    </a:ext>
                  </a:extLst>
                </p:cNvPr>
                <p:cNvPicPr/>
                <p:nvPr/>
              </p:nvPicPr>
              <p:blipFill>
                <a:blip r:embed="rId111"/>
                <a:stretch>
                  <a:fillRect/>
                </a:stretch>
              </p:blipFill>
              <p:spPr>
                <a:xfrm>
                  <a:off x="8303115" y="4791585"/>
                  <a:ext cx="564840" cy="5133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9" name="Entrada de lápiz 78">
                  <a:extLst>
                    <a:ext uri="{FF2B5EF4-FFF2-40B4-BE49-F238E27FC236}">
                      <a16:creationId xmlns:a16="http://schemas.microsoft.com/office/drawing/2014/main" id="{B4872F66-D9C4-05E0-7211-4157B93847D7}"/>
                    </a:ext>
                  </a:extLst>
                </p14:cNvPr>
                <p14:cNvContentPartPr/>
                <p14:nvPr/>
              </p14:nvContentPartPr>
              <p14:xfrm>
                <a:off x="9045075" y="4933785"/>
                <a:ext cx="347040" cy="398520"/>
              </p14:xfrm>
            </p:contentPart>
          </mc:Choice>
          <mc:Fallback xmlns="">
            <p:pic>
              <p:nvPicPr>
                <p:cNvPr id="79" name="Entrada de lápiz 78">
                  <a:extLst>
                    <a:ext uri="{FF2B5EF4-FFF2-40B4-BE49-F238E27FC236}">
                      <a16:creationId xmlns:a16="http://schemas.microsoft.com/office/drawing/2014/main" id="{B4872F66-D9C4-05E0-7211-4157B93847D7}"/>
                    </a:ext>
                  </a:extLst>
                </p:cNvPr>
                <p:cNvPicPr/>
                <p:nvPr/>
              </p:nvPicPr>
              <p:blipFill>
                <a:blip r:embed="rId113"/>
                <a:stretch>
                  <a:fillRect/>
                </a:stretch>
              </p:blipFill>
              <p:spPr>
                <a:xfrm>
                  <a:off x="9036435" y="4925145"/>
                  <a:ext cx="36468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80" name="Entrada de lápiz 79">
                  <a:extLst>
                    <a:ext uri="{FF2B5EF4-FFF2-40B4-BE49-F238E27FC236}">
                      <a16:creationId xmlns:a16="http://schemas.microsoft.com/office/drawing/2014/main" id="{4227FD62-63B9-E611-6297-09AD3624BA85}"/>
                    </a:ext>
                  </a:extLst>
                </p14:cNvPr>
                <p14:cNvContentPartPr/>
                <p14:nvPr/>
              </p14:nvContentPartPr>
              <p14:xfrm>
                <a:off x="9609555" y="4789785"/>
                <a:ext cx="261000" cy="384120"/>
              </p14:xfrm>
            </p:contentPart>
          </mc:Choice>
          <mc:Fallback xmlns="">
            <p:pic>
              <p:nvPicPr>
                <p:cNvPr id="80" name="Entrada de lápiz 79">
                  <a:extLst>
                    <a:ext uri="{FF2B5EF4-FFF2-40B4-BE49-F238E27FC236}">
                      <a16:creationId xmlns:a16="http://schemas.microsoft.com/office/drawing/2014/main" id="{4227FD62-63B9-E611-6297-09AD3624BA85}"/>
                    </a:ext>
                  </a:extLst>
                </p:cNvPr>
                <p:cNvPicPr/>
                <p:nvPr/>
              </p:nvPicPr>
              <p:blipFill>
                <a:blip r:embed="rId115"/>
                <a:stretch>
                  <a:fillRect/>
                </a:stretch>
              </p:blipFill>
              <p:spPr>
                <a:xfrm>
                  <a:off x="9600555" y="4780785"/>
                  <a:ext cx="27864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1" name="Entrada de lápiz 80">
                  <a:extLst>
                    <a:ext uri="{FF2B5EF4-FFF2-40B4-BE49-F238E27FC236}">
                      <a16:creationId xmlns:a16="http://schemas.microsoft.com/office/drawing/2014/main" id="{A05B56EB-4A69-12EC-021B-B7176B7CE47C}"/>
                    </a:ext>
                  </a:extLst>
                </p14:cNvPr>
                <p14:cNvContentPartPr/>
                <p14:nvPr/>
              </p14:nvContentPartPr>
              <p14:xfrm>
                <a:off x="9572115" y="4937025"/>
                <a:ext cx="134640" cy="63720"/>
              </p14:xfrm>
            </p:contentPart>
          </mc:Choice>
          <mc:Fallback xmlns="">
            <p:pic>
              <p:nvPicPr>
                <p:cNvPr id="81" name="Entrada de lápiz 80">
                  <a:extLst>
                    <a:ext uri="{FF2B5EF4-FFF2-40B4-BE49-F238E27FC236}">
                      <a16:creationId xmlns:a16="http://schemas.microsoft.com/office/drawing/2014/main" id="{A05B56EB-4A69-12EC-021B-B7176B7CE47C}"/>
                    </a:ext>
                  </a:extLst>
                </p:cNvPr>
                <p:cNvPicPr/>
                <p:nvPr/>
              </p:nvPicPr>
              <p:blipFill>
                <a:blip r:embed="rId117"/>
                <a:stretch>
                  <a:fillRect/>
                </a:stretch>
              </p:blipFill>
              <p:spPr>
                <a:xfrm>
                  <a:off x="9563475" y="4928025"/>
                  <a:ext cx="15228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2" name="Entrada de lápiz 81">
                  <a:extLst>
                    <a:ext uri="{FF2B5EF4-FFF2-40B4-BE49-F238E27FC236}">
                      <a16:creationId xmlns:a16="http://schemas.microsoft.com/office/drawing/2014/main" id="{EFD38A3E-73D7-C51C-33F3-48D1B719F40D}"/>
                    </a:ext>
                  </a:extLst>
                </p14:cNvPr>
                <p14:cNvContentPartPr/>
                <p14:nvPr/>
              </p14:nvContentPartPr>
              <p14:xfrm>
                <a:off x="8724315" y="2847945"/>
                <a:ext cx="707760" cy="1543680"/>
              </p14:xfrm>
            </p:contentPart>
          </mc:Choice>
          <mc:Fallback xmlns="">
            <p:pic>
              <p:nvPicPr>
                <p:cNvPr id="82" name="Entrada de lápiz 81">
                  <a:extLst>
                    <a:ext uri="{FF2B5EF4-FFF2-40B4-BE49-F238E27FC236}">
                      <a16:creationId xmlns:a16="http://schemas.microsoft.com/office/drawing/2014/main" id="{EFD38A3E-73D7-C51C-33F3-48D1B719F40D}"/>
                    </a:ext>
                  </a:extLst>
                </p:cNvPr>
                <p:cNvPicPr/>
                <p:nvPr/>
              </p:nvPicPr>
              <p:blipFill>
                <a:blip r:embed="rId119"/>
                <a:stretch>
                  <a:fillRect/>
                </a:stretch>
              </p:blipFill>
              <p:spPr>
                <a:xfrm>
                  <a:off x="8715675" y="2838945"/>
                  <a:ext cx="725400" cy="15613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6" name="Entrada de lápiz 85">
                  <a:extLst>
                    <a:ext uri="{FF2B5EF4-FFF2-40B4-BE49-F238E27FC236}">
                      <a16:creationId xmlns:a16="http://schemas.microsoft.com/office/drawing/2014/main" id="{DFE181FA-776A-284A-A5C5-5CACE1B22D09}"/>
                    </a:ext>
                  </a:extLst>
                </p14:cNvPr>
                <p14:cNvContentPartPr/>
                <p14:nvPr/>
              </p14:nvContentPartPr>
              <p14:xfrm>
                <a:off x="2181315" y="4733625"/>
                <a:ext cx="3897000" cy="572040"/>
              </p14:xfrm>
            </p:contentPart>
          </mc:Choice>
          <mc:Fallback xmlns="">
            <p:pic>
              <p:nvPicPr>
                <p:cNvPr id="86" name="Entrada de lápiz 85">
                  <a:extLst>
                    <a:ext uri="{FF2B5EF4-FFF2-40B4-BE49-F238E27FC236}">
                      <a16:creationId xmlns:a16="http://schemas.microsoft.com/office/drawing/2014/main" id="{DFE181FA-776A-284A-A5C5-5CACE1B22D09}"/>
                    </a:ext>
                  </a:extLst>
                </p:cNvPr>
                <p:cNvPicPr/>
                <p:nvPr/>
              </p:nvPicPr>
              <p:blipFill>
                <a:blip r:embed="rId121"/>
                <a:stretch>
                  <a:fillRect/>
                </a:stretch>
              </p:blipFill>
              <p:spPr>
                <a:xfrm>
                  <a:off x="2172315" y="4724985"/>
                  <a:ext cx="3914640" cy="589680"/>
                </a:xfrm>
                <a:prstGeom prst="rect">
                  <a:avLst/>
                </a:prstGeom>
              </p:spPr>
            </p:pic>
          </mc:Fallback>
        </mc:AlternateContent>
      </p:grpSp>
    </p:spTree>
    <p:extLst>
      <p:ext uri="{BB962C8B-B14F-4D97-AF65-F5344CB8AC3E}">
        <p14:creationId xmlns:p14="http://schemas.microsoft.com/office/powerpoint/2010/main" val="92845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AB388E-C005-7950-C132-4B69764AFAC5}"/>
              </a:ext>
            </a:extLst>
          </p:cNvPr>
          <p:cNvSpPr>
            <a:spLocks noGrp="1"/>
          </p:cNvSpPr>
          <p:nvPr>
            <p:ph type="title"/>
          </p:nvPr>
        </p:nvSpPr>
        <p:spPr/>
        <p:txBody>
          <a:bodyPr/>
          <a:lstStyle/>
          <a:p>
            <a:r>
              <a:rPr lang="es-CO" b="1" dirty="0"/>
              <a:t>Vector </a:t>
            </a:r>
            <a:r>
              <a:rPr lang="es-CO" b="1" dirty="0" err="1"/>
              <a:t>Databases</a:t>
            </a:r>
            <a:endParaRPr lang="es-CO" b="1" dirty="0"/>
          </a:p>
        </p:txBody>
      </p:sp>
      <p:sp>
        <p:nvSpPr>
          <p:cNvPr id="3" name="Marcador de contenido 2">
            <a:extLst>
              <a:ext uri="{FF2B5EF4-FFF2-40B4-BE49-F238E27FC236}">
                <a16:creationId xmlns:a16="http://schemas.microsoft.com/office/drawing/2014/main" id="{33377D42-172C-7367-1115-B38F8BCD812F}"/>
              </a:ext>
            </a:extLst>
          </p:cNvPr>
          <p:cNvSpPr>
            <a:spLocks noGrp="1"/>
          </p:cNvSpPr>
          <p:nvPr>
            <p:ph idx="1"/>
          </p:nvPr>
        </p:nvSpPr>
        <p:spPr/>
        <p:txBody>
          <a:bodyPr/>
          <a:lstStyle/>
          <a:p>
            <a:pPr marL="0" indent="0" algn="just">
              <a:buNone/>
            </a:pPr>
            <a:r>
              <a:rPr lang="en-US" b="0" i="0" dirty="0">
                <a:solidFill>
                  <a:srgbClr val="242424"/>
                </a:solidFill>
                <a:effectLst/>
                <a:latin typeface="source-serif-pro"/>
              </a:rPr>
              <a:t>They are specialized systems designed for storing, managing, and searching embedding vectors.</a:t>
            </a:r>
          </a:p>
          <a:p>
            <a:pPr marL="0" indent="0" algn="just">
              <a:buNone/>
            </a:pPr>
            <a:endParaRPr lang="en-US" dirty="0">
              <a:solidFill>
                <a:srgbClr val="242424"/>
              </a:solidFill>
              <a:latin typeface="source-serif-pro"/>
            </a:endParaRPr>
          </a:p>
          <a:p>
            <a:pPr marL="0" indent="0">
              <a:buNone/>
            </a:pPr>
            <a:r>
              <a:rPr lang="es-CO" b="1" dirty="0" err="1">
                <a:solidFill>
                  <a:srgbClr val="242424"/>
                </a:solidFill>
                <a:latin typeface="sohne"/>
              </a:rPr>
              <a:t>Chromadb</a:t>
            </a:r>
            <a:r>
              <a:rPr lang="es-CO" b="1" dirty="0">
                <a:solidFill>
                  <a:srgbClr val="242424"/>
                </a:solidFill>
                <a:latin typeface="sohne"/>
              </a:rPr>
              <a:t> </a:t>
            </a:r>
            <a:r>
              <a:rPr lang="es-CO" dirty="0">
                <a:solidFill>
                  <a:srgbClr val="242424"/>
                </a:solidFill>
                <a:latin typeface="sohne"/>
              </a:rPr>
              <a:t>(Open </a:t>
            </a:r>
            <a:r>
              <a:rPr lang="es-CO" dirty="0" err="1">
                <a:solidFill>
                  <a:srgbClr val="242424"/>
                </a:solidFill>
                <a:latin typeface="sohne"/>
              </a:rPr>
              <a:t>Source</a:t>
            </a:r>
            <a:r>
              <a:rPr lang="es-CO" dirty="0">
                <a:solidFill>
                  <a:srgbClr val="242424"/>
                </a:solidFill>
                <a:latin typeface="sohne"/>
              </a:rPr>
              <a:t>)</a:t>
            </a:r>
          </a:p>
          <a:p>
            <a:pPr marL="0" indent="0">
              <a:buNone/>
            </a:pPr>
            <a:r>
              <a:rPr lang="es-CO" b="1" dirty="0" err="1">
                <a:solidFill>
                  <a:srgbClr val="242424"/>
                </a:solidFill>
                <a:latin typeface="sohne"/>
              </a:rPr>
              <a:t>Qdrant</a:t>
            </a:r>
            <a:r>
              <a:rPr lang="es-CO" b="1" dirty="0">
                <a:solidFill>
                  <a:srgbClr val="242424"/>
                </a:solidFill>
                <a:latin typeface="sohne"/>
              </a:rPr>
              <a:t> </a:t>
            </a:r>
            <a:r>
              <a:rPr lang="es-CO" dirty="0">
                <a:solidFill>
                  <a:srgbClr val="242424"/>
                </a:solidFill>
                <a:latin typeface="sohne"/>
              </a:rPr>
              <a:t>(light and </a:t>
            </a:r>
            <a:r>
              <a:rPr lang="es-CO" dirty="0" err="1">
                <a:solidFill>
                  <a:srgbClr val="242424"/>
                </a:solidFill>
                <a:latin typeface="sohne"/>
              </a:rPr>
              <a:t>poweful</a:t>
            </a:r>
            <a:r>
              <a:rPr lang="es-CO" dirty="0">
                <a:solidFill>
                  <a:srgbClr val="242424"/>
                </a:solidFill>
                <a:latin typeface="sohne"/>
              </a:rPr>
              <a:t>)</a:t>
            </a:r>
          </a:p>
          <a:p>
            <a:pPr marL="0" indent="0">
              <a:buNone/>
            </a:pPr>
            <a:r>
              <a:rPr lang="es-CO" b="1" dirty="0" err="1">
                <a:solidFill>
                  <a:srgbClr val="242424"/>
                </a:solidFill>
                <a:latin typeface="sohne"/>
              </a:rPr>
              <a:t>Pgvector</a:t>
            </a:r>
            <a:r>
              <a:rPr lang="es-CO" b="1" dirty="0">
                <a:solidFill>
                  <a:srgbClr val="242424"/>
                </a:solidFill>
                <a:latin typeface="sohne"/>
              </a:rPr>
              <a:t> </a:t>
            </a:r>
            <a:r>
              <a:rPr lang="es-CO" dirty="0">
                <a:solidFill>
                  <a:srgbClr val="242424"/>
                </a:solidFill>
                <a:latin typeface="sohne"/>
              </a:rPr>
              <a:t>(</a:t>
            </a:r>
            <a:r>
              <a:rPr lang="es-CO" dirty="0" err="1">
                <a:solidFill>
                  <a:srgbClr val="242424"/>
                </a:solidFill>
                <a:latin typeface="sohne"/>
              </a:rPr>
              <a:t>It’s</a:t>
            </a:r>
            <a:r>
              <a:rPr lang="es-CO" dirty="0">
                <a:solidFill>
                  <a:srgbClr val="242424"/>
                </a:solidFill>
                <a:latin typeface="sohne"/>
              </a:rPr>
              <a:t> </a:t>
            </a:r>
            <a:r>
              <a:rPr lang="es-CO" dirty="0" err="1">
                <a:solidFill>
                  <a:srgbClr val="242424"/>
                </a:solidFill>
                <a:latin typeface="sohne"/>
              </a:rPr>
              <a:t>an</a:t>
            </a:r>
            <a:r>
              <a:rPr lang="es-CO" dirty="0">
                <a:solidFill>
                  <a:srgbClr val="242424"/>
                </a:solidFill>
                <a:latin typeface="sohne"/>
              </a:rPr>
              <a:t> </a:t>
            </a:r>
            <a:r>
              <a:rPr lang="es-CO" dirty="0" err="1">
                <a:solidFill>
                  <a:srgbClr val="242424"/>
                </a:solidFill>
                <a:latin typeface="sohne"/>
              </a:rPr>
              <a:t>extension</a:t>
            </a:r>
            <a:r>
              <a:rPr lang="es-CO" dirty="0">
                <a:solidFill>
                  <a:srgbClr val="242424"/>
                </a:solidFill>
                <a:latin typeface="sohne"/>
              </a:rPr>
              <a:t> </a:t>
            </a:r>
            <a:r>
              <a:rPr lang="es-CO" dirty="0" err="1">
                <a:solidFill>
                  <a:srgbClr val="242424"/>
                </a:solidFill>
                <a:latin typeface="sohne"/>
              </a:rPr>
              <a:t>of</a:t>
            </a:r>
            <a:r>
              <a:rPr lang="es-CO" dirty="0">
                <a:solidFill>
                  <a:srgbClr val="242424"/>
                </a:solidFill>
                <a:latin typeface="sohne"/>
              </a:rPr>
              <a:t> </a:t>
            </a:r>
            <a:r>
              <a:rPr lang="es-CO" dirty="0" err="1">
                <a:solidFill>
                  <a:srgbClr val="242424"/>
                </a:solidFill>
                <a:latin typeface="sohne"/>
              </a:rPr>
              <a:t>PosgreDB</a:t>
            </a:r>
            <a:r>
              <a:rPr lang="es-CO" dirty="0">
                <a:solidFill>
                  <a:srgbClr val="242424"/>
                </a:solidFill>
                <a:latin typeface="sohne"/>
              </a:rPr>
              <a:t>)</a:t>
            </a:r>
          </a:p>
          <a:p>
            <a:pPr marL="0" indent="0">
              <a:buNone/>
            </a:pPr>
            <a:r>
              <a:rPr lang="es-CO" b="1" dirty="0" err="1">
                <a:solidFill>
                  <a:srgbClr val="242424"/>
                </a:solidFill>
                <a:latin typeface="sohne"/>
              </a:rPr>
              <a:t>Pinecone</a:t>
            </a:r>
            <a:r>
              <a:rPr lang="es-CO" b="1" dirty="0">
                <a:solidFill>
                  <a:srgbClr val="242424"/>
                </a:solidFill>
                <a:latin typeface="sohne"/>
              </a:rPr>
              <a:t> </a:t>
            </a:r>
            <a:r>
              <a:rPr lang="es-CO" dirty="0">
                <a:solidFill>
                  <a:srgbClr val="242424"/>
                </a:solidFill>
                <a:latin typeface="sohne"/>
              </a:rPr>
              <a:t>(</a:t>
            </a:r>
            <a:r>
              <a:rPr lang="es-CO" dirty="0" err="1">
                <a:solidFill>
                  <a:srgbClr val="242424"/>
                </a:solidFill>
                <a:latin typeface="sohne"/>
              </a:rPr>
              <a:t>Industry</a:t>
            </a:r>
            <a:r>
              <a:rPr lang="es-CO" dirty="0">
                <a:solidFill>
                  <a:srgbClr val="242424"/>
                </a:solidFill>
                <a:latin typeface="sohne"/>
              </a:rPr>
              <a:t> default, </a:t>
            </a:r>
            <a:r>
              <a:rPr lang="es-CO" dirty="0" err="1">
                <a:solidFill>
                  <a:srgbClr val="242424"/>
                </a:solidFill>
                <a:latin typeface="sohne"/>
              </a:rPr>
              <a:t>but</a:t>
            </a:r>
            <a:r>
              <a:rPr lang="es-CO" dirty="0">
                <a:solidFill>
                  <a:srgbClr val="242424"/>
                </a:solidFill>
                <a:latin typeface="sohne"/>
              </a:rPr>
              <a:t> </a:t>
            </a:r>
            <a:r>
              <a:rPr lang="es-CO" dirty="0" err="1">
                <a:solidFill>
                  <a:srgbClr val="242424"/>
                </a:solidFill>
                <a:latin typeface="sohne"/>
              </a:rPr>
              <a:t>expensive</a:t>
            </a:r>
            <a:r>
              <a:rPr lang="es-CO" dirty="0">
                <a:solidFill>
                  <a:srgbClr val="242424"/>
                </a:solidFill>
                <a:latin typeface="sohne"/>
              </a:rPr>
              <a:t>)</a:t>
            </a:r>
          </a:p>
          <a:p>
            <a:pPr marL="0" indent="0">
              <a:buNone/>
            </a:pPr>
            <a:r>
              <a:rPr lang="es-CO" b="1" dirty="0" err="1">
                <a:solidFill>
                  <a:srgbClr val="242424"/>
                </a:solidFill>
                <a:latin typeface="sohne"/>
              </a:rPr>
              <a:t>Weaviate</a:t>
            </a:r>
            <a:r>
              <a:rPr lang="es-CO" b="1" dirty="0">
                <a:solidFill>
                  <a:srgbClr val="242424"/>
                </a:solidFill>
                <a:latin typeface="sohne"/>
              </a:rPr>
              <a:t> </a:t>
            </a:r>
            <a:r>
              <a:rPr lang="es-CO" dirty="0">
                <a:solidFill>
                  <a:srgbClr val="242424"/>
                </a:solidFill>
                <a:latin typeface="sohne"/>
              </a:rPr>
              <a:t>(</a:t>
            </a:r>
            <a:r>
              <a:rPr lang="es-CO" dirty="0" err="1">
                <a:solidFill>
                  <a:srgbClr val="242424"/>
                </a:solidFill>
                <a:latin typeface="sohne"/>
              </a:rPr>
              <a:t>Private</a:t>
            </a:r>
            <a:r>
              <a:rPr lang="es-CO" dirty="0">
                <a:solidFill>
                  <a:srgbClr val="242424"/>
                </a:solidFill>
                <a:latin typeface="sohne"/>
              </a:rPr>
              <a:t>)</a:t>
            </a:r>
          </a:p>
        </p:txBody>
      </p:sp>
    </p:spTree>
    <p:extLst>
      <p:ext uri="{BB962C8B-B14F-4D97-AF65-F5344CB8AC3E}">
        <p14:creationId xmlns:p14="http://schemas.microsoft.com/office/powerpoint/2010/main" val="3502044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E6F2BA-60F4-846F-9632-88E648440C7B}"/>
              </a:ext>
            </a:extLst>
          </p:cNvPr>
          <p:cNvSpPr>
            <a:spLocks noGrp="1"/>
          </p:cNvSpPr>
          <p:nvPr>
            <p:ph type="title"/>
          </p:nvPr>
        </p:nvSpPr>
        <p:spPr/>
        <p:txBody>
          <a:bodyPr/>
          <a:lstStyle/>
          <a:p>
            <a:pPr algn="ctr"/>
            <a:r>
              <a:rPr lang="es-CO" b="1" dirty="0"/>
              <a:t>Vector </a:t>
            </a:r>
            <a:r>
              <a:rPr lang="es-CO" b="1" dirty="0" err="1"/>
              <a:t>Databases</a:t>
            </a:r>
            <a:r>
              <a:rPr lang="es-CO" b="1" dirty="0"/>
              <a:t> </a:t>
            </a:r>
            <a:r>
              <a:rPr lang="es-CO" b="1" dirty="0" err="1"/>
              <a:t>Comparison</a:t>
            </a:r>
            <a:r>
              <a:rPr lang="es-CO" b="1" dirty="0"/>
              <a:t> </a:t>
            </a:r>
            <a:r>
              <a:rPr lang="es-CO" b="1" dirty="0" err="1"/>
              <a:t>Parameters</a:t>
            </a:r>
            <a:endParaRPr lang="es-CO" b="1" dirty="0"/>
          </a:p>
        </p:txBody>
      </p:sp>
      <p:sp>
        <p:nvSpPr>
          <p:cNvPr id="3" name="Marcador de contenido 2">
            <a:extLst>
              <a:ext uri="{FF2B5EF4-FFF2-40B4-BE49-F238E27FC236}">
                <a16:creationId xmlns:a16="http://schemas.microsoft.com/office/drawing/2014/main" id="{E42EE6C1-F303-6A62-310E-298F4501074F}"/>
              </a:ext>
            </a:extLst>
          </p:cNvPr>
          <p:cNvSpPr>
            <a:spLocks noGrp="1"/>
          </p:cNvSpPr>
          <p:nvPr>
            <p:ph idx="1"/>
          </p:nvPr>
        </p:nvSpPr>
        <p:spPr>
          <a:xfrm>
            <a:off x="838200" y="1825625"/>
            <a:ext cx="10515600" cy="3175000"/>
          </a:xfrm>
        </p:spPr>
        <p:txBody>
          <a:bodyPr>
            <a:normAutofit fontScale="92500" lnSpcReduction="10000"/>
          </a:bodyPr>
          <a:lstStyle/>
          <a:p>
            <a:r>
              <a:rPr lang="es-CO" dirty="0" err="1"/>
              <a:t>Number</a:t>
            </a:r>
            <a:r>
              <a:rPr lang="es-CO" dirty="0"/>
              <a:t> </a:t>
            </a:r>
            <a:r>
              <a:rPr lang="es-CO" dirty="0" err="1"/>
              <a:t>of</a:t>
            </a:r>
            <a:r>
              <a:rPr lang="es-CO" dirty="0"/>
              <a:t> </a:t>
            </a:r>
            <a:r>
              <a:rPr lang="es-CO" dirty="0" err="1"/>
              <a:t>records</a:t>
            </a:r>
            <a:endParaRPr lang="es-CO" dirty="0"/>
          </a:p>
          <a:p>
            <a:r>
              <a:rPr lang="es-CO" dirty="0" err="1"/>
              <a:t>Number</a:t>
            </a:r>
            <a:r>
              <a:rPr lang="es-CO" dirty="0"/>
              <a:t> </a:t>
            </a:r>
            <a:r>
              <a:rPr lang="es-CO" dirty="0" err="1"/>
              <a:t>of</a:t>
            </a:r>
            <a:r>
              <a:rPr lang="es-CO" dirty="0"/>
              <a:t> </a:t>
            </a:r>
            <a:r>
              <a:rPr lang="es-CO" dirty="0" err="1"/>
              <a:t>dimensions</a:t>
            </a:r>
            <a:r>
              <a:rPr lang="es-CO" dirty="0"/>
              <a:t> </a:t>
            </a:r>
            <a:r>
              <a:rPr lang="es-CO" dirty="0" err="1"/>
              <a:t>they</a:t>
            </a:r>
            <a:r>
              <a:rPr lang="es-CO" dirty="0"/>
              <a:t> can store (512, 1024, 2000, </a:t>
            </a:r>
            <a:r>
              <a:rPr lang="es-CO" dirty="0" err="1"/>
              <a:t>etc</a:t>
            </a:r>
            <a:r>
              <a:rPr lang="es-CO" dirty="0"/>
              <a:t>)</a:t>
            </a:r>
          </a:p>
          <a:p>
            <a:r>
              <a:rPr lang="es-CO" dirty="0" err="1"/>
              <a:t>Number</a:t>
            </a:r>
            <a:r>
              <a:rPr lang="es-CO" dirty="0"/>
              <a:t> and </a:t>
            </a:r>
            <a:r>
              <a:rPr lang="es-CO" dirty="0" err="1"/>
              <a:t>type</a:t>
            </a:r>
            <a:r>
              <a:rPr lang="es-CO" dirty="0"/>
              <a:t> </a:t>
            </a:r>
            <a:r>
              <a:rPr lang="es-CO" dirty="0" err="1"/>
              <a:t>of</a:t>
            </a:r>
            <a:r>
              <a:rPr lang="es-CO" dirty="0"/>
              <a:t> </a:t>
            </a:r>
            <a:r>
              <a:rPr lang="es-CO" dirty="0" err="1"/>
              <a:t>algorithms</a:t>
            </a:r>
            <a:r>
              <a:rPr lang="es-CO" dirty="0"/>
              <a:t> </a:t>
            </a:r>
            <a:r>
              <a:rPr lang="es-CO" dirty="0" err="1"/>
              <a:t>to</a:t>
            </a:r>
            <a:r>
              <a:rPr lang="es-CO" dirty="0"/>
              <a:t> </a:t>
            </a:r>
            <a:r>
              <a:rPr lang="es-CO" dirty="0" err="1"/>
              <a:t>search</a:t>
            </a:r>
            <a:r>
              <a:rPr lang="es-CO" dirty="0"/>
              <a:t>: </a:t>
            </a:r>
            <a:r>
              <a:rPr lang="es-CO" dirty="0" err="1"/>
              <a:t>similarity</a:t>
            </a:r>
            <a:r>
              <a:rPr lang="es-CO" dirty="0"/>
              <a:t>, </a:t>
            </a:r>
            <a:r>
              <a:rPr lang="es-CO" dirty="0" err="1"/>
              <a:t>distance</a:t>
            </a:r>
            <a:endParaRPr lang="es-CO" dirty="0"/>
          </a:p>
          <a:p>
            <a:r>
              <a:rPr lang="es-CO" dirty="0" err="1"/>
              <a:t>Opensource</a:t>
            </a:r>
            <a:r>
              <a:rPr lang="es-CO" dirty="0"/>
              <a:t> </a:t>
            </a:r>
            <a:r>
              <a:rPr lang="es-CO" dirty="0" err="1"/>
              <a:t>or</a:t>
            </a:r>
            <a:r>
              <a:rPr lang="es-CO" dirty="0"/>
              <a:t> </a:t>
            </a:r>
            <a:r>
              <a:rPr lang="es-CO" dirty="0" err="1"/>
              <a:t>private</a:t>
            </a:r>
            <a:endParaRPr lang="es-CO" dirty="0"/>
          </a:p>
          <a:p>
            <a:r>
              <a:rPr lang="es-CO" dirty="0"/>
              <a:t>Price</a:t>
            </a:r>
          </a:p>
          <a:p>
            <a:r>
              <a:rPr lang="es-CO" dirty="0" err="1"/>
              <a:t>Speed</a:t>
            </a:r>
            <a:r>
              <a:rPr lang="es-CO" dirty="0"/>
              <a:t> </a:t>
            </a:r>
            <a:r>
              <a:rPr lang="es-CO" dirty="0" err="1"/>
              <a:t>of</a:t>
            </a:r>
            <a:r>
              <a:rPr lang="es-CO" dirty="0"/>
              <a:t> </a:t>
            </a:r>
            <a:r>
              <a:rPr lang="es-CO" dirty="0" err="1"/>
              <a:t>search</a:t>
            </a:r>
            <a:endParaRPr lang="es-CO" dirty="0"/>
          </a:p>
          <a:p>
            <a:r>
              <a:rPr lang="es-CO" dirty="0" err="1"/>
              <a:t>Similarity</a:t>
            </a:r>
            <a:r>
              <a:rPr lang="es-CO" dirty="0"/>
              <a:t> </a:t>
            </a:r>
            <a:r>
              <a:rPr lang="es-CO" dirty="0" err="1"/>
              <a:t>search</a:t>
            </a:r>
            <a:r>
              <a:rPr lang="es-CO" dirty="0"/>
              <a:t> </a:t>
            </a:r>
            <a:r>
              <a:rPr lang="es-CO" dirty="0" err="1"/>
              <a:t>algorithms</a:t>
            </a:r>
            <a:endParaRPr lang="es-CO" dirty="0"/>
          </a:p>
        </p:txBody>
      </p:sp>
    </p:spTree>
    <p:extLst>
      <p:ext uri="{BB962C8B-B14F-4D97-AF65-F5344CB8AC3E}">
        <p14:creationId xmlns:p14="http://schemas.microsoft.com/office/powerpoint/2010/main" val="936000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2DB42-BEE6-4478-EB4E-CC43C2809805}"/>
              </a:ext>
            </a:extLst>
          </p:cNvPr>
          <p:cNvSpPr>
            <a:spLocks noGrp="1"/>
          </p:cNvSpPr>
          <p:nvPr>
            <p:ph type="title"/>
          </p:nvPr>
        </p:nvSpPr>
        <p:spPr/>
        <p:txBody>
          <a:bodyPr>
            <a:normAutofit/>
          </a:bodyPr>
          <a:lstStyle/>
          <a:p>
            <a:pPr algn="ctr"/>
            <a:r>
              <a:rPr lang="en-US" sz="6000" b="1" dirty="0">
                <a:solidFill>
                  <a:srgbClr val="131314"/>
                </a:solidFill>
                <a:effectLst/>
                <a:latin typeface="Google Sans"/>
              </a:rPr>
              <a:t>LLM</a:t>
            </a:r>
            <a:endParaRPr lang="es-MX" sz="6000" b="1" dirty="0"/>
          </a:p>
        </p:txBody>
      </p:sp>
      <p:sp>
        <p:nvSpPr>
          <p:cNvPr id="3" name="Marcador de contenido 2">
            <a:extLst>
              <a:ext uri="{FF2B5EF4-FFF2-40B4-BE49-F238E27FC236}">
                <a16:creationId xmlns:a16="http://schemas.microsoft.com/office/drawing/2014/main" id="{CE7B6C77-15D3-8FD7-8CF2-570295891934}"/>
              </a:ext>
            </a:extLst>
          </p:cNvPr>
          <p:cNvSpPr>
            <a:spLocks noGrp="1"/>
          </p:cNvSpPr>
          <p:nvPr>
            <p:ph idx="1"/>
          </p:nvPr>
        </p:nvSpPr>
        <p:spPr>
          <a:xfrm>
            <a:off x="600075" y="1978025"/>
            <a:ext cx="11010900" cy="4514850"/>
          </a:xfrm>
        </p:spPr>
        <p:txBody>
          <a:bodyPr>
            <a:normAutofit/>
          </a:bodyPr>
          <a:lstStyle/>
          <a:p>
            <a:pPr marL="0" indent="0" algn="just">
              <a:buNone/>
            </a:pPr>
            <a:r>
              <a:rPr lang="en-US" b="0" i="0" dirty="0">
                <a:solidFill>
                  <a:srgbClr val="131314"/>
                </a:solidFill>
                <a:effectLst/>
                <a:latin typeface="Google Sans Text"/>
              </a:rPr>
              <a:t>An advanced deep neural networks that excel at processing, understanding, and generating human-like text.</a:t>
            </a:r>
          </a:p>
          <a:p>
            <a:pPr marL="0" indent="0" algn="just">
              <a:buNone/>
            </a:pPr>
            <a:endParaRPr lang="en-US" dirty="0">
              <a:solidFill>
                <a:srgbClr val="131314"/>
              </a:solidFill>
              <a:latin typeface="Google Sans Text"/>
            </a:endParaRPr>
          </a:p>
          <a:p>
            <a:pPr marL="0" indent="0" algn="just">
              <a:buNone/>
            </a:pPr>
            <a:r>
              <a:rPr lang="en-US" b="1" i="0" dirty="0">
                <a:solidFill>
                  <a:srgbClr val="131314"/>
                </a:solidFill>
                <a:effectLst/>
                <a:latin typeface="Google Sans Text"/>
              </a:rPr>
              <a:t>The Transformer architecture </a:t>
            </a:r>
            <a:r>
              <a:rPr lang="en-US" b="0" i="0" dirty="0">
                <a:solidFill>
                  <a:srgbClr val="131314"/>
                </a:solidFill>
                <a:effectLst/>
                <a:latin typeface="Google Sans Text"/>
              </a:rPr>
              <a:t>is trained on vast quantities of text to learn the intricate patterns of language, enabling them to perform </a:t>
            </a:r>
            <a:r>
              <a:rPr lang="es-CO" b="0" i="0" dirty="0">
                <a:solidFill>
                  <a:srgbClr val="131314"/>
                </a:solidFill>
                <a:effectLst/>
                <a:latin typeface="Google Sans Text"/>
              </a:rPr>
              <a:t>NLP</a:t>
            </a:r>
            <a:r>
              <a:rPr lang="es-MX" b="0" i="0" dirty="0">
                <a:solidFill>
                  <a:srgbClr val="131314"/>
                </a:solidFill>
                <a:effectLst/>
                <a:latin typeface="Google Sans Text"/>
              </a:rPr>
              <a:t> </a:t>
            </a:r>
            <a:r>
              <a:rPr lang="es-MX" b="0" i="0" dirty="0" err="1">
                <a:solidFill>
                  <a:srgbClr val="131314"/>
                </a:solidFill>
                <a:effectLst/>
                <a:latin typeface="Google Sans Text"/>
              </a:rPr>
              <a:t>tasks</a:t>
            </a:r>
            <a:r>
              <a:rPr lang="es-MX" b="0" i="0" dirty="0">
                <a:solidFill>
                  <a:srgbClr val="131314"/>
                </a:solidFill>
                <a:effectLst/>
                <a:latin typeface="Google Sans Text"/>
              </a:rPr>
              <a:t>.</a:t>
            </a:r>
          </a:p>
          <a:p>
            <a:pPr marL="0" indent="0" algn="just">
              <a:buNone/>
            </a:pPr>
            <a:endParaRPr lang="es-MX" dirty="0">
              <a:solidFill>
                <a:srgbClr val="131314"/>
              </a:solidFill>
              <a:latin typeface="Google Sans Text"/>
            </a:endParaRPr>
          </a:p>
          <a:p>
            <a:pPr marL="0" indent="0" algn="just">
              <a:buNone/>
            </a:pPr>
            <a:r>
              <a:rPr lang="en-US" dirty="0">
                <a:solidFill>
                  <a:srgbClr val="131314"/>
                </a:solidFill>
                <a:latin typeface="Google Sans Text"/>
              </a:rPr>
              <a:t>T</a:t>
            </a:r>
            <a:r>
              <a:rPr lang="en-US" b="0" i="0" dirty="0">
                <a:solidFill>
                  <a:srgbClr val="131314"/>
                </a:solidFill>
                <a:effectLst/>
                <a:latin typeface="Google Sans Text"/>
              </a:rPr>
              <a:t>hey can perform tasks they weren't explicitly trained for and can be "fine-tuned" for specific tasks and guided by "prompt engineering"</a:t>
            </a:r>
            <a:endParaRPr lang="es-MX" dirty="0"/>
          </a:p>
        </p:txBody>
      </p:sp>
    </p:spTree>
    <p:extLst>
      <p:ext uri="{BB962C8B-B14F-4D97-AF65-F5344CB8AC3E}">
        <p14:creationId xmlns:p14="http://schemas.microsoft.com/office/powerpoint/2010/main" val="3692688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6816DE-9ED7-24F2-97E3-23F886BC5B4E}"/>
              </a:ext>
            </a:extLst>
          </p:cNvPr>
          <p:cNvSpPr>
            <a:spLocks noGrp="1"/>
          </p:cNvSpPr>
          <p:nvPr>
            <p:ph type="title"/>
          </p:nvPr>
        </p:nvSpPr>
        <p:spPr/>
        <p:txBody>
          <a:bodyPr/>
          <a:lstStyle/>
          <a:p>
            <a:pPr algn="ctr"/>
            <a:r>
              <a:rPr lang="es-CO" dirty="0"/>
              <a:t>A token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B5559FA-98DE-FA04-D26C-844CEAEE2277}"/>
                  </a:ext>
                </a:extLst>
              </p:cNvPr>
              <p:cNvSpPr>
                <a:spLocks noGrp="1"/>
              </p:cNvSpPr>
              <p:nvPr>
                <p:ph idx="1"/>
              </p:nvPr>
            </p:nvSpPr>
            <p:spPr/>
            <p:txBody>
              <a:bodyPr>
                <a:normAutofit/>
              </a:bodyPr>
              <a:lstStyle/>
              <a:p>
                <a:pPr marL="0" indent="0">
                  <a:buNone/>
                </a:pPr>
                <a:r>
                  <a:rPr lang="es-MX" dirty="0" err="1">
                    <a:highlight>
                      <a:srgbClr val="FFFFFF"/>
                    </a:highlight>
                  </a:rPr>
                  <a:t>Given</a:t>
                </a:r>
                <a:r>
                  <a:rPr lang="es-MX" dirty="0">
                    <a:highlight>
                      <a:srgbClr val="FFFFFF"/>
                    </a:highlight>
                  </a:rPr>
                  <a:t> a </a:t>
                </a:r>
                <a:r>
                  <a:rPr lang="es-MX" dirty="0" err="1">
                    <a:highlight>
                      <a:srgbClr val="FFFFFF"/>
                    </a:highlight>
                  </a:rPr>
                  <a:t>text</a:t>
                </a:r>
                <a:r>
                  <a:rPr lang="es-MX" dirty="0">
                    <a:highlight>
                      <a:srgbClr val="FFFFFF"/>
                    </a:highlight>
                  </a:rPr>
                  <a:t> </a:t>
                </a:r>
                <a:r>
                  <a:rPr lang="es-MX" dirty="0" err="1">
                    <a:highlight>
                      <a:srgbClr val="FFFFFF"/>
                    </a:highlight>
                  </a:rPr>
                  <a:t>sequence</a:t>
                </a:r>
                <a:r>
                  <a:rPr lang="es-MX" dirty="0">
                    <a:highlight>
                      <a:srgbClr val="FFFFFF"/>
                    </a:highlight>
                  </a:rPr>
                  <a:t>:</a:t>
                </a:r>
              </a:p>
              <a:p>
                <a:pPr marL="0" indent="0">
                  <a:buNone/>
                </a:pPr>
                <a14:m>
                  <m:oMathPara xmlns:m="http://schemas.openxmlformats.org/officeDocument/2006/math">
                    <m:oMathParaPr>
                      <m:jc m:val="centerGroup"/>
                    </m:oMathParaPr>
                    <m:oMath xmlns:m="http://schemas.openxmlformats.org/officeDocument/2006/math">
                      <m:r>
                        <a:rPr lang="es-MX" i="1">
                          <a:highlight>
                            <a:srgbClr val="FFFFFF"/>
                          </a:highlight>
                          <a:latin typeface="Cambria Math" panose="02040503050406030204" pitchFamily="18" charset="0"/>
                        </a:rPr>
                        <m:t>𝑋</m:t>
                      </m:r>
                      <m:r>
                        <a:rPr lang="es-MX">
                          <a:highlight>
                            <a:srgbClr val="FFFFFF"/>
                          </a:highlight>
                          <a:latin typeface="Cambria Math" panose="02040503050406030204" pitchFamily="18" charset="0"/>
                        </a:rPr>
                        <m:t>=</m:t>
                      </m:r>
                      <m:r>
                        <m:rPr>
                          <m:nor/>
                        </m:rPr>
                        <a:rPr lang="es-MX" i="1">
                          <a:highlight>
                            <a:srgbClr val="FFFFFF"/>
                          </a:highlight>
                        </a:rPr>
                        <m:t>"</m:t>
                      </m:r>
                      <m:r>
                        <m:rPr>
                          <m:nor/>
                        </m:rPr>
                        <a:rPr lang="es-MX" i="1">
                          <a:highlight>
                            <a:srgbClr val="FFFFFF"/>
                          </a:highlight>
                        </a:rPr>
                        <m:t>Large</m:t>
                      </m:r>
                      <m:r>
                        <m:rPr>
                          <m:nor/>
                        </m:rPr>
                        <a:rPr lang="es-MX" i="1">
                          <a:highlight>
                            <a:srgbClr val="FFFFFF"/>
                          </a:highlight>
                        </a:rPr>
                        <m:t> </m:t>
                      </m:r>
                      <m:r>
                        <m:rPr>
                          <m:nor/>
                        </m:rPr>
                        <a:rPr lang="es-MX" i="1">
                          <a:highlight>
                            <a:srgbClr val="FFFFFF"/>
                          </a:highlight>
                        </a:rPr>
                        <m:t>language</m:t>
                      </m:r>
                      <m:r>
                        <m:rPr>
                          <m:nor/>
                        </m:rPr>
                        <a:rPr lang="es-MX" i="1">
                          <a:highlight>
                            <a:srgbClr val="FFFFFF"/>
                          </a:highlight>
                        </a:rPr>
                        <m:t> </m:t>
                      </m:r>
                      <m:r>
                        <m:rPr>
                          <m:nor/>
                        </m:rPr>
                        <a:rPr lang="es-MX" i="1">
                          <a:highlight>
                            <a:srgbClr val="FFFFFF"/>
                          </a:highlight>
                        </a:rPr>
                        <m:t>models</m:t>
                      </m:r>
                      <m:r>
                        <m:rPr>
                          <m:nor/>
                        </m:rPr>
                        <a:rPr lang="es-MX" i="1">
                          <a:highlight>
                            <a:srgbClr val="FFFFFF"/>
                          </a:highlight>
                        </a:rPr>
                        <m:t> </m:t>
                      </m:r>
                      <m:r>
                        <m:rPr>
                          <m:nor/>
                        </m:rPr>
                        <a:rPr lang="es-MX" i="1">
                          <a:highlight>
                            <a:srgbClr val="FFFFFF"/>
                          </a:highlight>
                        </a:rPr>
                        <m:t>are</m:t>
                      </m:r>
                      <m:r>
                        <m:rPr>
                          <m:nor/>
                        </m:rPr>
                        <a:rPr lang="es-MX" i="1">
                          <a:highlight>
                            <a:srgbClr val="FFFFFF"/>
                          </a:highlight>
                        </a:rPr>
                        <m:t> </m:t>
                      </m:r>
                      <m:r>
                        <m:rPr>
                          <m:nor/>
                        </m:rPr>
                        <a:rPr lang="es-MX" i="1">
                          <a:highlight>
                            <a:srgbClr val="FFFFFF"/>
                          </a:highlight>
                        </a:rPr>
                        <m:t>powerful</m:t>
                      </m:r>
                      <m:r>
                        <m:rPr>
                          <m:nor/>
                        </m:rPr>
                        <a:rPr lang="es-MX" i="1">
                          <a:highlight>
                            <a:srgbClr val="FFFFFF"/>
                          </a:highlight>
                        </a:rPr>
                        <m:t>"</m:t>
                      </m:r>
                    </m:oMath>
                  </m:oMathPara>
                </a14:m>
                <a:endParaRPr lang="es-MX" b="0" dirty="0">
                  <a:highlight>
                    <a:srgbClr val="FFFFFF"/>
                  </a:highlight>
                </a:endParaRPr>
              </a:p>
              <a:p>
                <a:pPr marL="0" indent="0">
                  <a:buNone/>
                </a:pPr>
                <a:r>
                  <a:rPr lang="es-MX" dirty="0" err="1">
                    <a:highlight>
                      <a:srgbClr val="FFFFFF"/>
                    </a:highlight>
                  </a:rPr>
                  <a:t>Tokenization</a:t>
                </a:r>
                <a:r>
                  <a:rPr lang="es-MX" dirty="0">
                    <a:highlight>
                      <a:srgbClr val="FFFFFF"/>
                    </a:highlight>
                  </a:rPr>
                  <a:t> </a:t>
                </a:r>
                <a:r>
                  <a:rPr lang="es-MX" dirty="0" err="1">
                    <a:highlight>
                      <a:srgbClr val="FFFFFF"/>
                    </a:highlight>
                  </a:rPr>
                  <a:t>is</a:t>
                </a:r>
                <a:r>
                  <a:rPr lang="es-MX" dirty="0">
                    <a:highlight>
                      <a:srgbClr val="FFFFFF"/>
                    </a:highlight>
                  </a:rPr>
                  <a:t> a </a:t>
                </a:r>
                <a:r>
                  <a:rPr lang="es-MX" dirty="0" err="1">
                    <a:highlight>
                      <a:srgbClr val="FFFFFF"/>
                    </a:highlight>
                  </a:rPr>
                  <a:t>function</a:t>
                </a:r>
                <a:r>
                  <a:rPr lang="es-MX" dirty="0">
                    <a:highlight>
                      <a:srgbClr val="FFFFFF"/>
                    </a:highlight>
                  </a:rPr>
                  <a:t>:</a:t>
                </a:r>
              </a:p>
              <a:p>
                <a:pPr marL="0" indent="0">
                  <a:buNone/>
                </a:pPr>
                <a14:m>
                  <m:oMathPara xmlns:m="http://schemas.openxmlformats.org/officeDocument/2006/math">
                    <m:oMathParaPr>
                      <m:jc m:val="centerGroup"/>
                    </m:oMathParaPr>
                    <m:oMath xmlns:m="http://schemas.openxmlformats.org/officeDocument/2006/math">
                      <m:r>
                        <a:rPr lang="es-MX" i="1">
                          <a:highlight>
                            <a:srgbClr val="FFFFFF"/>
                          </a:highlight>
                          <a:latin typeface="Cambria Math" panose="02040503050406030204" pitchFamily="18" charset="0"/>
                        </a:rPr>
                        <m:t>𝑇</m:t>
                      </m:r>
                      <m:r>
                        <a:rPr lang="es-MX">
                          <a:highlight>
                            <a:srgbClr val="FFFFFF"/>
                          </a:highlight>
                          <a:latin typeface="Cambria Math" panose="02040503050406030204" pitchFamily="18" charset="0"/>
                        </a:rPr>
                        <m:t>:</m:t>
                      </m:r>
                      <m:r>
                        <m:rPr>
                          <m:nor/>
                        </m:rPr>
                        <a:rPr lang="es-MX" i="1">
                          <a:highlight>
                            <a:srgbClr val="FFFFFF"/>
                          </a:highlight>
                        </a:rPr>
                        <m:t>text</m:t>
                      </m:r>
                      <m:r>
                        <a:rPr lang="es-MX">
                          <a:highlight>
                            <a:srgbClr val="FFFFFF"/>
                          </a:highlight>
                          <a:latin typeface="Cambria Math" panose="02040503050406030204" pitchFamily="18" charset="0"/>
                        </a:rPr>
                        <m:t>→</m:t>
                      </m:r>
                      <m:d>
                        <m:dPr>
                          <m:sepChr m:val=","/>
                          <m:ctrlPr>
                            <a:rPr lang="ar-AE" i="1">
                              <a:highlight>
                                <a:srgbClr val="FFFFFF"/>
                              </a:highlight>
                              <a:latin typeface="Cambria Math" panose="02040503050406030204" pitchFamily="18" charset="0"/>
                            </a:rPr>
                          </m:ctrlPr>
                        </m:dPr>
                        <m:e>
                          <m:sSub>
                            <m:sSubPr>
                              <m:ctrlPr>
                                <a:rPr lang="ar-AE" i="1">
                                  <a:highlight>
                                    <a:srgbClr val="FFFFFF"/>
                                  </a:highlight>
                                  <a:latin typeface="Cambria Math" panose="02040503050406030204" pitchFamily="18" charset="0"/>
                                </a:rPr>
                              </m:ctrlPr>
                            </m:sSubPr>
                            <m:e>
                              <m:r>
                                <a:rPr lang="ar-AE" i="1">
                                  <a:highlight>
                                    <a:srgbClr val="FFFFFF"/>
                                  </a:highlight>
                                  <a:latin typeface="Cambria Math" panose="02040503050406030204" pitchFamily="18" charset="0"/>
                                </a:rPr>
                                <m:t>𝑡</m:t>
                              </m:r>
                            </m:e>
                            <m:sub>
                              <m:r>
                                <a:rPr lang="ar-AE">
                                  <a:highlight>
                                    <a:srgbClr val="FFFFFF"/>
                                  </a:highlight>
                                  <a:latin typeface="Cambria Math" panose="02040503050406030204" pitchFamily="18" charset="0"/>
                                </a:rPr>
                                <m:t>1</m:t>
                              </m:r>
                            </m:sub>
                          </m:sSub>
                        </m:e>
                        <m:e>
                          <m:sSub>
                            <m:sSubPr>
                              <m:ctrlPr>
                                <a:rPr lang="ar-AE" i="1">
                                  <a:highlight>
                                    <a:srgbClr val="FFFFFF"/>
                                  </a:highlight>
                                  <a:latin typeface="Cambria Math" panose="02040503050406030204" pitchFamily="18" charset="0"/>
                                </a:rPr>
                              </m:ctrlPr>
                            </m:sSubPr>
                            <m:e>
                              <m:r>
                                <a:rPr lang="ar-AE" i="1">
                                  <a:highlight>
                                    <a:srgbClr val="FFFFFF"/>
                                  </a:highlight>
                                  <a:latin typeface="Cambria Math" panose="02040503050406030204" pitchFamily="18" charset="0"/>
                                </a:rPr>
                                <m:t>𝑡</m:t>
                              </m:r>
                            </m:e>
                            <m:sub>
                              <m:r>
                                <a:rPr lang="ar-AE">
                                  <a:highlight>
                                    <a:srgbClr val="FFFFFF"/>
                                  </a:highlight>
                                  <a:latin typeface="Cambria Math" panose="02040503050406030204" pitchFamily="18" charset="0"/>
                                </a:rPr>
                                <m:t>2</m:t>
                              </m:r>
                            </m:sub>
                          </m:sSub>
                        </m:e>
                        <m:e>
                          <m:r>
                            <a:rPr lang="ar-AE">
                              <a:highlight>
                                <a:srgbClr val="FFFFFF"/>
                              </a:highlight>
                              <a:latin typeface="Cambria Math" panose="02040503050406030204" pitchFamily="18" charset="0"/>
                            </a:rPr>
                            <m:t>.</m:t>
                          </m:r>
                        </m:e>
                        <m:e>
                          <m:r>
                            <a:rPr lang="ar-AE">
                              <a:highlight>
                                <a:srgbClr val="FFFFFF"/>
                              </a:highlight>
                              <a:latin typeface="Cambria Math" panose="02040503050406030204" pitchFamily="18" charset="0"/>
                            </a:rPr>
                            <m:t>..</m:t>
                          </m:r>
                          <m:sSub>
                            <m:sSubPr>
                              <m:ctrlPr>
                                <a:rPr lang="ar-AE" i="1">
                                  <a:highlight>
                                    <a:srgbClr val="FFFFFF"/>
                                  </a:highlight>
                                  <a:latin typeface="Cambria Math" panose="02040503050406030204" pitchFamily="18" charset="0"/>
                                </a:rPr>
                              </m:ctrlPr>
                            </m:sSubPr>
                            <m:e>
                              <m:r>
                                <a:rPr lang="ar-AE" i="1">
                                  <a:highlight>
                                    <a:srgbClr val="FFFFFF"/>
                                  </a:highlight>
                                  <a:latin typeface="Cambria Math" panose="02040503050406030204" pitchFamily="18" charset="0"/>
                                </a:rPr>
                                <m:t>𝑡</m:t>
                              </m:r>
                            </m:e>
                            <m:sub>
                              <m:r>
                                <a:rPr lang="ar-AE" i="1">
                                  <a:highlight>
                                    <a:srgbClr val="FFFFFF"/>
                                  </a:highlight>
                                  <a:latin typeface="Cambria Math" panose="02040503050406030204" pitchFamily="18" charset="0"/>
                                </a:rPr>
                                <m:t>𝑛</m:t>
                              </m:r>
                            </m:sub>
                          </m:sSub>
                        </m:e>
                      </m:d>
                    </m:oMath>
                  </m:oMathPara>
                </a14:m>
                <a:endParaRPr lang="ar-AE" b="0" dirty="0">
                  <a:highlight>
                    <a:srgbClr val="FFFFFF"/>
                  </a:highlight>
                </a:endParaRPr>
              </a:p>
              <a:p>
                <a:pPr marL="0" indent="0">
                  <a:buNone/>
                </a:pPr>
                <a:r>
                  <a:rPr lang="es-MX" dirty="0" err="1">
                    <a:highlight>
                      <a:srgbClr val="FFFFFF"/>
                    </a:highlight>
                  </a:rPr>
                  <a:t>Where</a:t>
                </a:r>
                <a:r>
                  <a:rPr lang="es-MX" dirty="0">
                    <a:highlight>
                      <a:srgbClr val="FFFFFF"/>
                    </a:highlight>
                  </a:rPr>
                  <a:t> </a:t>
                </a:r>
                <a:r>
                  <a:rPr lang="es-MX" dirty="0" err="1">
                    <a:highlight>
                      <a:srgbClr val="FFFFFF"/>
                    </a:highlight>
                  </a:rPr>
                  <a:t>each</a:t>
                </a:r>
                <a:r>
                  <a:rPr lang="es-MX" dirty="0">
                    <a:highlight>
                      <a:srgbClr val="FFFFFF"/>
                    </a:highlight>
                  </a:rPr>
                  <a:t> </a:t>
                </a:r>
                <a14:m>
                  <m:oMath xmlns:m="http://schemas.openxmlformats.org/officeDocument/2006/math">
                    <m:sSub>
                      <m:sSubPr>
                        <m:ctrlPr>
                          <a:rPr lang="ar-AE" i="1">
                            <a:highlight>
                              <a:srgbClr val="FFFFFF"/>
                            </a:highlight>
                            <a:latin typeface="Cambria Math" panose="02040503050406030204" pitchFamily="18" charset="0"/>
                          </a:rPr>
                        </m:ctrlPr>
                      </m:sSubPr>
                      <m:e>
                        <m:r>
                          <a:rPr lang="ar-AE" i="1">
                            <a:highlight>
                              <a:srgbClr val="FFFFFF"/>
                            </a:highlight>
                            <a:latin typeface="Cambria Math" panose="02040503050406030204" pitchFamily="18" charset="0"/>
                          </a:rPr>
                          <m:t>𝑡</m:t>
                        </m:r>
                      </m:e>
                      <m:sub>
                        <m:r>
                          <a:rPr lang="ar-AE" i="1">
                            <a:highlight>
                              <a:srgbClr val="FFFFFF"/>
                            </a:highlight>
                            <a:latin typeface="Cambria Math" panose="02040503050406030204" pitchFamily="18" charset="0"/>
                          </a:rPr>
                          <m:t>𝑖</m:t>
                        </m:r>
                      </m:sub>
                    </m:sSub>
                  </m:oMath>
                </a14:m>
                <a:r>
                  <a:rPr lang="es-MX" dirty="0" err="1">
                    <a:highlight>
                      <a:srgbClr val="FFFFFF"/>
                    </a:highlight>
                  </a:rPr>
                  <a:t>is</a:t>
                </a:r>
                <a:r>
                  <a:rPr lang="es-MX" dirty="0">
                    <a:highlight>
                      <a:srgbClr val="FFFFFF"/>
                    </a:highlight>
                  </a:rPr>
                  <a:t> a token.</a:t>
                </a:r>
              </a:p>
              <a:p>
                <a:pPr marL="0" indent="0">
                  <a:buNone/>
                </a:pPr>
                <a:endParaRPr lang="en-US" b="0" i="0" dirty="0">
                  <a:solidFill>
                    <a:srgbClr val="242424"/>
                  </a:solidFill>
                  <a:effectLst/>
                  <a:highlight>
                    <a:srgbClr val="FFFFFF"/>
                  </a:highlight>
                  <a:latin typeface="source-serif-pro"/>
                </a:endParaRPr>
              </a:p>
              <a:p>
                <a:pPr marL="0" indent="0">
                  <a:buNone/>
                </a:pPr>
                <a:r>
                  <a:rPr lang="en-US" b="0" i="0" dirty="0">
                    <a:solidFill>
                      <a:srgbClr val="242424"/>
                    </a:solidFill>
                    <a:effectLst/>
                    <a:highlight>
                      <a:srgbClr val="FFFFFF"/>
                    </a:highlight>
                    <a:latin typeface="source-serif-pro"/>
                  </a:rPr>
                  <a:t>According to OpenAI one token generally corresponds to ~4 characters of text for common English text. This translates to roughly ¾ of a word (so 100 tokens ~= 75 words).</a:t>
                </a:r>
                <a:endParaRPr lang="es-CO" dirty="0"/>
              </a:p>
            </p:txBody>
          </p:sp>
        </mc:Choice>
        <mc:Fallback xmlns="">
          <p:sp>
            <p:nvSpPr>
              <p:cNvPr id="3" name="Marcador de contenido 2">
                <a:extLst>
                  <a:ext uri="{FF2B5EF4-FFF2-40B4-BE49-F238E27FC236}">
                    <a16:creationId xmlns:a16="http://schemas.microsoft.com/office/drawing/2014/main" id="{4B5559FA-98DE-FA04-D26C-844CEAEE2277}"/>
                  </a:ext>
                </a:extLst>
              </p:cNvPr>
              <p:cNvSpPr>
                <a:spLocks noGrp="1" noRot="1" noChangeAspect="1" noMove="1" noResize="1" noEditPoints="1" noAdjustHandles="1" noChangeArrowheads="1" noChangeShapeType="1" noTextEdit="1"/>
              </p:cNvSpPr>
              <p:nvPr>
                <p:ph idx="1"/>
              </p:nvPr>
            </p:nvSpPr>
            <p:spPr>
              <a:blipFill>
                <a:blip r:embed="rId2"/>
                <a:stretch>
                  <a:fillRect l="-1217" t="-2381" r="-348"/>
                </a:stretch>
              </a:blipFill>
            </p:spPr>
            <p:txBody>
              <a:bodyPr/>
              <a:lstStyle/>
              <a:p>
                <a:r>
                  <a:rPr lang="es-MX">
                    <a:noFill/>
                  </a:rPr>
                  <a:t> </a:t>
                </a:r>
              </a:p>
            </p:txBody>
          </p:sp>
        </mc:Fallback>
      </mc:AlternateContent>
    </p:spTree>
    <p:extLst>
      <p:ext uri="{BB962C8B-B14F-4D97-AF65-F5344CB8AC3E}">
        <p14:creationId xmlns:p14="http://schemas.microsoft.com/office/powerpoint/2010/main" val="3831599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59E9C52-00C0-6FE4-C814-23D8B4F906A1}"/>
              </a:ext>
            </a:extLst>
          </p:cNvPr>
          <p:cNvSpPr>
            <a:spLocks noGrp="1"/>
          </p:cNvSpPr>
          <p:nvPr>
            <p:ph idx="1"/>
          </p:nvPr>
        </p:nvSpPr>
        <p:spPr>
          <a:xfrm>
            <a:off x="685800" y="1739900"/>
            <a:ext cx="10515600" cy="4351338"/>
          </a:xfrm>
        </p:spPr>
        <p:txBody>
          <a:bodyPr>
            <a:normAutofit fontScale="77500" lnSpcReduction="20000"/>
          </a:bodyPr>
          <a:lstStyle/>
          <a:p>
            <a:pPr marL="0" indent="0">
              <a:buNone/>
            </a:pPr>
            <a:r>
              <a:rPr lang="en-US" dirty="0"/>
              <a:t>Depending on the tokenizer, tokens can be:</a:t>
            </a:r>
          </a:p>
          <a:p>
            <a:pPr marL="0" indent="0">
              <a:buNone/>
            </a:pPr>
            <a:endParaRPr lang="en-US" dirty="0"/>
          </a:p>
          <a:p>
            <a:r>
              <a:rPr lang="en-US" dirty="0"/>
              <a:t>Words</a:t>
            </a:r>
          </a:p>
          <a:p>
            <a:r>
              <a:rPr lang="en-US" dirty="0" err="1"/>
              <a:t>Subwords</a:t>
            </a:r>
            <a:endParaRPr lang="en-US" dirty="0"/>
          </a:p>
          <a:p>
            <a:r>
              <a:rPr lang="en-US" dirty="0"/>
              <a:t>Characters</a:t>
            </a:r>
          </a:p>
          <a:p>
            <a:r>
              <a:rPr lang="en-US" dirty="0"/>
              <a:t>Byte-level units</a:t>
            </a:r>
          </a:p>
          <a:p>
            <a:pPr marL="0" indent="0">
              <a:buNone/>
            </a:pPr>
            <a:endParaRPr lang="en-US" dirty="0"/>
          </a:p>
          <a:p>
            <a:pPr marL="0" indent="0">
              <a:buNone/>
            </a:pPr>
            <a:r>
              <a:rPr lang="en-US" dirty="0"/>
              <a:t>For Example: "unbelievable“:</a:t>
            </a:r>
          </a:p>
          <a:p>
            <a:pPr marL="0" indent="0">
              <a:buNone/>
            </a:pPr>
            <a:endParaRPr lang="en-US" dirty="0"/>
          </a:p>
          <a:p>
            <a:pPr marL="0" indent="0">
              <a:buNone/>
            </a:pPr>
            <a:r>
              <a:rPr lang="es-MX" dirty="0"/>
              <a:t>- Word-</a:t>
            </a:r>
            <a:r>
              <a:rPr lang="es-MX" dirty="0" err="1"/>
              <a:t>level</a:t>
            </a:r>
            <a:r>
              <a:rPr lang="es-MX" dirty="0"/>
              <a:t>:</a:t>
            </a:r>
            <a:r>
              <a:rPr lang="en-US" dirty="0"/>
              <a:t>["unbelievable“]</a:t>
            </a:r>
          </a:p>
          <a:p>
            <a:pPr>
              <a:buFontTx/>
              <a:buChar char="-"/>
            </a:pPr>
            <a:r>
              <a:rPr lang="es-MX" dirty="0" err="1"/>
              <a:t>Subword</a:t>
            </a:r>
            <a:r>
              <a:rPr lang="es-MX" dirty="0"/>
              <a:t> </a:t>
            </a:r>
            <a:r>
              <a:rPr lang="es-MX" dirty="0" err="1"/>
              <a:t>tokenization</a:t>
            </a:r>
            <a:r>
              <a:rPr lang="es-MX" dirty="0"/>
              <a:t> (BPE-</a:t>
            </a:r>
            <a:r>
              <a:rPr lang="es-MX" dirty="0" err="1"/>
              <a:t>like</a:t>
            </a:r>
            <a:r>
              <a:rPr lang="es-MX" dirty="0"/>
              <a:t>):</a:t>
            </a:r>
            <a:r>
              <a:rPr lang="en-US" dirty="0"/>
              <a:t>["un", "</a:t>
            </a:r>
            <a:r>
              <a:rPr lang="en-US" dirty="0" err="1"/>
              <a:t>believ</a:t>
            </a:r>
            <a:r>
              <a:rPr lang="en-US" dirty="0"/>
              <a:t>", "able"]</a:t>
            </a:r>
          </a:p>
          <a:p>
            <a:pPr>
              <a:buFontTx/>
              <a:buChar char="-"/>
            </a:pPr>
            <a:r>
              <a:rPr lang="es-MX" dirty="0" err="1"/>
              <a:t>Character-level</a:t>
            </a:r>
            <a:r>
              <a:rPr lang="es-MX" dirty="0"/>
              <a:t>: </a:t>
            </a:r>
            <a:r>
              <a:rPr lang="pt-BR" dirty="0"/>
              <a:t>["</a:t>
            </a:r>
            <a:r>
              <a:rPr lang="pt-BR" dirty="0" err="1"/>
              <a:t>u","n","b","e","l","i","e","v","a","b","l","e</a:t>
            </a:r>
            <a:r>
              <a:rPr lang="pt-BR" dirty="0"/>
              <a:t>"]</a:t>
            </a:r>
            <a:r>
              <a:rPr lang="en-US" dirty="0"/>
              <a:t> </a:t>
            </a:r>
          </a:p>
          <a:p>
            <a:pPr marL="0" indent="0">
              <a:buNone/>
            </a:pPr>
            <a:endParaRPr lang="en-US" dirty="0"/>
          </a:p>
          <a:p>
            <a:pPr marL="0" indent="0">
              <a:buNone/>
            </a:pPr>
            <a:endParaRPr lang="es-MX" dirty="0"/>
          </a:p>
        </p:txBody>
      </p:sp>
      <p:sp>
        <p:nvSpPr>
          <p:cNvPr id="5" name="CuadroTexto 4">
            <a:extLst>
              <a:ext uri="{FF2B5EF4-FFF2-40B4-BE49-F238E27FC236}">
                <a16:creationId xmlns:a16="http://schemas.microsoft.com/office/drawing/2014/main" id="{57B76075-7E75-89DA-1346-F15D0CF89D4E}"/>
              </a:ext>
            </a:extLst>
          </p:cNvPr>
          <p:cNvSpPr txBox="1"/>
          <p:nvPr/>
        </p:nvSpPr>
        <p:spPr>
          <a:xfrm>
            <a:off x="685800" y="634484"/>
            <a:ext cx="9039225" cy="769441"/>
          </a:xfrm>
          <a:prstGeom prst="rect">
            <a:avLst/>
          </a:prstGeom>
          <a:noFill/>
        </p:spPr>
        <p:txBody>
          <a:bodyPr wrap="square">
            <a:spAutoFit/>
          </a:bodyPr>
          <a:lstStyle/>
          <a:p>
            <a:pPr marL="0" indent="0">
              <a:buNone/>
            </a:pPr>
            <a:r>
              <a:rPr lang="en-US" sz="4400" b="1" dirty="0"/>
              <a:t>Tokens ≠ Words</a:t>
            </a:r>
          </a:p>
        </p:txBody>
      </p:sp>
    </p:spTree>
    <p:extLst>
      <p:ext uri="{BB962C8B-B14F-4D97-AF65-F5344CB8AC3E}">
        <p14:creationId xmlns:p14="http://schemas.microsoft.com/office/powerpoint/2010/main" val="3294237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DF5069-1FFE-9BFE-D59B-971A98723FE8}"/>
              </a:ext>
            </a:extLst>
          </p:cNvPr>
          <p:cNvSpPr>
            <a:spLocks noGrp="1"/>
          </p:cNvSpPr>
          <p:nvPr>
            <p:ph type="title"/>
          </p:nvPr>
        </p:nvSpPr>
        <p:spPr/>
        <p:txBody>
          <a:bodyPr/>
          <a:lstStyle/>
          <a:p>
            <a:r>
              <a:rPr lang="en-US" dirty="0"/>
              <a:t>Why Tokenization Matters in LLMs</a:t>
            </a:r>
            <a:endParaRPr lang="es-MX"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1B5B445-2D9B-A9BD-0279-CF36F86E6958}"/>
                  </a:ext>
                </a:extLst>
              </p:cNvPr>
              <p:cNvSpPr>
                <a:spLocks noGrp="1"/>
              </p:cNvSpPr>
              <p:nvPr>
                <p:ph idx="1"/>
              </p:nvPr>
            </p:nvSpPr>
            <p:spPr>
              <a:xfrm>
                <a:off x="838200" y="1825625"/>
                <a:ext cx="11163300" cy="4351338"/>
              </a:xfrm>
            </p:spPr>
            <p:txBody>
              <a:bodyPr>
                <a:normAutofit fontScale="92500" lnSpcReduction="10000"/>
              </a:bodyPr>
              <a:lstStyle/>
              <a:p>
                <a:pPr marL="0" indent="0">
                  <a:buNone/>
                </a:pPr>
                <a:r>
                  <a:rPr lang="es-MX" dirty="0" err="1"/>
                  <a:t>LLMs</a:t>
                </a:r>
                <a:r>
                  <a:rPr lang="es-MX" dirty="0"/>
                  <a:t> do </a:t>
                </a:r>
                <a:r>
                  <a:rPr lang="es-MX" dirty="0" err="1"/>
                  <a:t>not</a:t>
                </a:r>
                <a:r>
                  <a:rPr lang="es-MX" dirty="0"/>
                  <a:t> </a:t>
                </a:r>
                <a:r>
                  <a:rPr lang="es-MX" dirty="0" err="1"/>
                  <a:t>see</a:t>
                </a:r>
                <a:r>
                  <a:rPr lang="es-MX" dirty="0"/>
                  <a:t> </a:t>
                </a:r>
                <a:r>
                  <a:rPr lang="es-MX" dirty="0" err="1"/>
                  <a:t>text</a:t>
                </a:r>
                <a:r>
                  <a:rPr lang="es-MX" dirty="0"/>
                  <a:t> — </a:t>
                </a:r>
                <a:r>
                  <a:rPr lang="es-MX" dirty="0" err="1"/>
                  <a:t>they</a:t>
                </a:r>
                <a:r>
                  <a:rPr lang="es-MX" dirty="0"/>
                  <a:t> </a:t>
                </a:r>
                <a:r>
                  <a:rPr lang="es-MX" dirty="0" err="1"/>
                  <a:t>see</a:t>
                </a:r>
                <a:r>
                  <a:rPr lang="es-MX" dirty="0"/>
                  <a:t>:</a:t>
                </a:r>
              </a:p>
              <a:p>
                <a:pPr marL="0" indent="0">
                  <a:buNone/>
                </a:pPr>
                <a14:m>
                  <m:oMathPara xmlns:m="http://schemas.openxmlformats.org/officeDocument/2006/math">
                    <m:oMathParaPr>
                      <m:jc m:val="centerGroup"/>
                    </m:oMathParaPr>
                    <m:oMath xmlns:m="http://schemas.openxmlformats.org/officeDocument/2006/math">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1</m:t>
                              </m:r>
                            </m:sub>
                          </m:sSub>
                        </m:e>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2</m:t>
                              </m:r>
                            </m:sub>
                          </m:sSub>
                        </m:e>
                        <m:e>
                          <m:r>
                            <a:rPr lang="ar-AE">
                              <a:latin typeface="Cambria Math" panose="02040503050406030204" pitchFamily="18" charset="0"/>
                            </a:rPr>
                            <m:t>.</m:t>
                          </m:r>
                        </m:e>
                        <m:e>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𝑛</m:t>
                              </m:r>
                            </m:sub>
                          </m:sSub>
                        </m:e>
                      </m:d>
                      <m:r>
                        <a:rPr lang="ar-AE">
                          <a:latin typeface="Cambria Math" panose="02040503050406030204" pitchFamily="18" charset="0"/>
                        </a:rPr>
                        <m:t>→</m:t>
                      </m:r>
                      <m:d>
                        <m:dPr>
                          <m:sepChr m:val=","/>
                          <m:ctrlPr>
                            <a:rPr lang="ar-AE" i="1">
                              <a:latin typeface="Cambria Math" panose="02040503050406030204" pitchFamily="18" charset="0"/>
                            </a:rPr>
                          </m:ctrlPr>
                        </m:dPr>
                        <m:e>
                          <m:r>
                            <a:rPr lang="ar-AE" i="1">
                              <a:latin typeface="Cambria Math" panose="02040503050406030204" pitchFamily="18" charset="0"/>
                            </a:rPr>
                            <m:t>𝑖</m:t>
                          </m:r>
                        </m:e>
                        <m:e>
                          <m:sSub>
                            <m:sSubPr>
                              <m:ctrlPr>
                                <a:rPr lang="ar-AE" i="1">
                                  <a:latin typeface="Cambria Math" panose="02040503050406030204" pitchFamily="18" charset="0"/>
                                </a:rPr>
                              </m:ctrlPr>
                            </m:sSubPr>
                            <m:e>
                              <m:r>
                                <a:rPr lang="ar-AE" i="1">
                                  <a:latin typeface="Cambria Math" panose="02040503050406030204" pitchFamily="18" charset="0"/>
                                </a:rPr>
                                <m:t>𝑑</m:t>
                              </m:r>
                            </m:e>
                            <m:sub>
                              <m:r>
                                <a:rPr lang="ar-AE">
                                  <a:latin typeface="Cambria Math" panose="02040503050406030204" pitchFamily="18" charset="0"/>
                                </a:rPr>
                                <m:t>1</m:t>
                              </m:r>
                            </m:sub>
                          </m:sSub>
                        </m:e>
                        <m:e>
                          <m:r>
                            <a:rPr lang="ar-AE" i="1">
                              <a:latin typeface="Cambria Math" panose="02040503050406030204" pitchFamily="18" charset="0"/>
                            </a:rPr>
                            <m:t>𝑖</m:t>
                          </m:r>
                        </m:e>
                        <m:e>
                          <m:sSub>
                            <m:sSubPr>
                              <m:ctrlPr>
                                <a:rPr lang="ar-AE" i="1">
                                  <a:latin typeface="Cambria Math" panose="02040503050406030204" pitchFamily="18" charset="0"/>
                                </a:rPr>
                              </m:ctrlPr>
                            </m:sSubPr>
                            <m:e>
                              <m:r>
                                <a:rPr lang="ar-AE" i="1">
                                  <a:latin typeface="Cambria Math" panose="02040503050406030204" pitchFamily="18" charset="0"/>
                                </a:rPr>
                                <m:t>𝑑</m:t>
                              </m:r>
                            </m:e>
                            <m:sub>
                              <m:r>
                                <a:rPr lang="ar-AE">
                                  <a:latin typeface="Cambria Math" panose="02040503050406030204" pitchFamily="18" charset="0"/>
                                </a:rPr>
                                <m:t>2</m:t>
                              </m:r>
                            </m:sub>
                          </m:sSub>
                          <m:r>
                            <a:rPr lang="ar-AE">
                              <a:latin typeface="Cambria Math" panose="02040503050406030204" pitchFamily="18" charset="0"/>
                            </a:rPr>
                            <m:t>...</m:t>
                          </m:r>
                          <m:r>
                            <a:rPr lang="ar-AE" i="1">
                              <a:latin typeface="Cambria Math" panose="02040503050406030204" pitchFamily="18" charset="0"/>
                            </a:rPr>
                            <m:t>𝑖</m:t>
                          </m:r>
                          <m:sSub>
                            <m:sSubPr>
                              <m:ctrlPr>
                                <a:rPr lang="ar-AE" i="1">
                                  <a:latin typeface="Cambria Math" panose="02040503050406030204" pitchFamily="18" charset="0"/>
                                </a:rPr>
                              </m:ctrlPr>
                            </m:sSubPr>
                            <m:e>
                              <m:r>
                                <a:rPr lang="ar-AE" i="1">
                                  <a:latin typeface="Cambria Math" panose="02040503050406030204" pitchFamily="18" charset="0"/>
                                </a:rPr>
                                <m:t>𝑑</m:t>
                              </m:r>
                            </m:e>
                            <m:sub>
                              <m:r>
                                <a:rPr lang="ar-AE" i="1">
                                  <a:latin typeface="Cambria Math" panose="02040503050406030204" pitchFamily="18" charset="0"/>
                                </a:rPr>
                                <m:t>𝑛</m:t>
                              </m:r>
                            </m:sub>
                          </m:sSub>
                        </m:e>
                      </m:d>
                    </m:oMath>
                  </m:oMathPara>
                </a14:m>
                <a:endParaRPr lang="ar-AE" dirty="0"/>
              </a:p>
              <a:p>
                <a:pPr marL="0" indent="0">
                  <a:buNone/>
                </a:pPr>
                <a:r>
                  <a:rPr lang="es-MX" dirty="0" err="1"/>
                  <a:t>Each</a:t>
                </a:r>
                <a:r>
                  <a:rPr lang="es-MX" dirty="0"/>
                  <a:t> token </a:t>
                </a:r>
                <a:r>
                  <a:rPr lang="es-MX" dirty="0" err="1"/>
                  <a:t>maps</a:t>
                </a:r>
                <a:r>
                  <a:rPr lang="es-MX" dirty="0"/>
                  <a:t> </a:t>
                </a:r>
                <a:r>
                  <a:rPr lang="es-MX" dirty="0" err="1"/>
                  <a:t>to</a:t>
                </a:r>
                <a:r>
                  <a:rPr lang="es-MX" dirty="0"/>
                  <a:t> a </a:t>
                </a:r>
                <a:r>
                  <a:rPr lang="es-MX" dirty="0" err="1"/>
                  <a:t>vocabulary</a:t>
                </a:r>
                <a:r>
                  <a:rPr lang="es-MX" dirty="0"/>
                  <a:t> </a:t>
                </a:r>
                <a:r>
                  <a:rPr lang="es-MX" dirty="0" err="1"/>
                  <a:t>index</a:t>
                </a:r>
                <a:r>
                  <a:rPr lang="es-MX" dirty="0"/>
                  <a:t>.</a:t>
                </a:r>
              </a:p>
              <a:p>
                <a:pPr marL="0" indent="0">
                  <a:buNone/>
                </a:pPr>
                <a:endParaRPr lang="es-MX" dirty="0"/>
              </a:p>
              <a:p>
                <a:pPr marL="0" indent="0">
                  <a:buNone/>
                </a:pPr>
                <a:r>
                  <a:rPr lang="es-MX" dirty="0" err="1"/>
                  <a:t>Example</a:t>
                </a:r>
                <a:r>
                  <a:rPr lang="es-MX" dirty="0"/>
                  <a:t> (GPT-2 </a:t>
                </a:r>
                <a:r>
                  <a:rPr lang="es-MX" dirty="0" err="1"/>
                  <a:t>style</a:t>
                </a:r>
                <a:r>
                  <a:rPr lang="es-MX" dirty="0"/>
                  <a:t>): </a:t>
                </a:r>
                <a:r>
                  <a:rPr lang="en-US" dirty="0"/>
                  <a:t>"ChatGPT is powerful"→ [15496, 318, 3561]</a:t>
                </a:r>
                <a:endParaRPr lang="es-MX" dirty="0"/>
              </a:p>
              <a:p>
                <a:pPr marL="0" indent="0">
                  <a:buNone/>
                </a:pPr>
                <a:endParaRPr lang="es-MX" dirty="0"/>
              </a:p>
              <a:p>
                <a:pPr marL="0" indent="0">
                  <a:buNone/>
                </a:pPr>
                <a:r>
                  <a:rPr lang="es-MX" dirty="0" err="1"/>
                  <a:t>The</a:t>
                </a:r>
                <a:r>
                  <a:rPr lang="es-MX" dirty="0"/>
                  <a:t> </a:t>
                </a:r>
                <a:r>
                  <a:rPr lang="es-MX" dirty="0" err="1"/>
                  <a:t>model</a:t>
                </a:r>
                <a:r>
                  <a:rPr lang="es-MX" dirty="0"/>
                  <a:t> </a:t>
                </a:r>
                <a:r>
                  <a:rPr lang="es-MX" dirty="0" err="1"/>
                  <a:t>predicts</a:t>
                </a:r>
                <a:r>
                  <a:rPr lang="es-MX" dirty="0"/>
                  <a:t>:</a:t>
                </a:r>
              </a:p>
              <a:p>
                <a:pPr marL="0" indent="0">
                  <a:buNone/>
                </a:pPr>
                <a14:m>
                  <m:oMathPara xmlns:m="http://schemas.openxmlformats.org/officeDocument/2006/math">
                    <m:oMathParaPr>
                      <m:jc m:val="centerGroup"/>
                    </m:oMathParaPr>
                    <m:oMath xmlns:m="http://schemas.openxmlformats.org/officeDocument/2006/math">
                      <m:r>
                        <a:rPr lang="es-MX" i="1">
                          <a:latin typeface="Cambria Math" panose="02040503050406030204" pitchFamily="18" charset="0"/>
                        </a:rPr>
                        <m:t>𝑃</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&lt;</m:t>
                              </m:r>
                              <m:r>
                                <a:rPr lang="ar-AE" i="1">
                                  <a:latin typeface="Cambria Math" panose="02040503050406030204" pitchFamily="18" charset="0"/>
                                </a:rPr>
                                <m:t>𝑡</m:t>
                              </m:r>
                            </m:sub>
                          </m:sSub>
                        </m:e>
                      </m:d>
                    </m:oMath>
                  </m:oMathPara>
                </a14:m>
                <a:endParaRPr lang="es-CO" dirty="0"/>
              </a:p>
              <a:p>
                <a:pPr marL="0" indent="0">
                  <a:buNone/>
                </a:pPr>
                <a:endParaRPr lang="ar-AE" dirty="0"/>
              </a:p>
              <a:p>
                <a:pPr marL="0" indent="0">
                  <a:buNone/>
                </a:pPr>
                <a:r>
                  <a:rPr lang="es-MX" dirty="0" err="1"/>
                  <a:t>Therefore</a:t>
                </a:r>
                <a:r>
                  <a:rPr lang="es-MX" dirty="0"/>
                  <a:t>, </a:t>
                </a:r>
                <a:r>
                  <a:rPr lang="en-US" dirty="0"/>
                  <a:t>Changing tokenizer changes evaluation results.</a:t>
                </a:r>
                <a:endParaRPr lang="es-MX" dirty="0"/>
              </a:p>
            </p:txBody>
          </p:sp>
        </mc:Choice>
        <mc:Fallback xmlns="">
          <p:sp>
            <p:nvSpPr>
              <p:cNvPr id="3" name="Marcador de contenido 2">
                <a:extLst>
                  <a:ext uri="{FF2B5EF4-FFF2-40B4-BE49-F238E27FC236}">
                    <a16:creationId xmlns:a16="http://schemas.microsoft.com/office/drawing/2014/main" id="{51B5B445-2D9B-A9BD-0279-CF36F86E6958}"/>
                  </a:ext>
                </a:extLst>
              </p:cNvPr>
              <p:cNvSpPr>
                <a:spLocks noGrp="1" noRot="1" noChangeAspect="1" noMove="1" noResize="1" noEditPoints="1" noAdjustHandles="1" noChangeArrowheads="1" noChangeShapeType="1" noTextEdit="1"/>
              </p:cNvSpPr>
              <p:nvPr>
                <p:ph idx="1"/>
              </p:nvPr>
            </p:nvSpPr>
            <p:spPr>
              <a:xfrm>
                <a:off x="838200" y="1825625"/>
                <a:ext cx="11163300" cy="4351338"/>
              </a:xfrm>
              <a:blipFill>
                <a:blip r:embed="rId2"/>
                <a:stretch>
                  <a:fillRect l="-983" t="-2801" b="-1120"/>
                </a:stretch>
              </a:blipFill>
            </p:spPr>
            <p:txBody>
              <a:bodyPr/>
              <a:lstStyle/>
              <a:p>
                <a:r>
                  <a:rPr lang="es-MX">
                    <a:noFill/>
                  </a:rPr>
                  <a:t> </a:t>
                </a:r>
              </a:p>
            </p:txBody>
          </p:sp>
        </mc:Fallback>
      </mc:AlternateContent>
    </p:spTree>
    <p:extLst>
      <p:ext uri="{BB962C8B-B14F-4D97-AF65-F5344CB8AC3E}">
        <p14:creationId xmlns:p14="http://schemas.microsoft.com/office/powerpoint/2010/main" val="85745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37810B-DFA6-CF17-5F43-8D7F44701C09}"/>
              </a:ext>
            </a:extLst>
          </p:cNvPr>
          <p:cNvSpPr>
            <a:spLocks noGrp="1"/>
          </p:cNvSpPr>
          <p:nvPr>
            <p:ph type="title"/>
          </p:nvPr>
        </p:nvSpPr>
        <p:spPr>
          <a:xfrm>
            <a:off x="838200" y="103981"/>
            <a:ext cx="10515600" cy="1325563"/>
          </a:xfrm>
        </p:spPr>
        <p:txBody>
          <a:bodyPr/>
          <a:lstStyle/>
          <a:p>
            <a:r>
              <a:rPr lang="es-MX" dirty="0" err="1"/>
              <a:t>What</a:t>
            </a:r>
            <a:r>
              <a:rPr lang="es-MX" dirty="0"/>
              <a:t> </a:t>
            </a:r>
            <a:r>
              <a:rPr lang="es-MX" dirty="0" err="1"/>
              <a:t>Is</a:t>
            </a:r>
            <a:r>
              <a:rPr lang="es-MX" dirty="0"/>
              <a:t> </a:t>
            </a:r>
            <a:r>
              <a:rPr lang="es-MX" dirty="0" err="1"/>
              <a:t>an</a:t>
            </a:r>
            <a:r>
              <a:rPr lang="es-MX" dirty="0"/>
              <a:t> n-Gram?</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906A5756-7E03-EDDA-F3E4-87425976A9C5}"/>
                  </a:ext>
                </a:extLst>
              </p:cNvPr>
              <p:cNvSpPr>
                <a:spLocks noGrp="1"/>
              </p:cNvSpPr>
              <p:nvPr>
                <p:ph idx="1"/>
              </p:nvPr>
            </p:nvSpPr>
            <p:spPr>
              <a:xfrm>
                <a:off x="438150" y="1171574"/>
                <a:ext cx="11563349" cy="5448295"/>
              </a:xfrm>
            </p:spPr>
            <p:txBody>
              <a:bodyPr>
                <a:normAutofit fontScale="85000" lnSpcReduction="20000"/>
              </a:bodyPr>
              <a:lstStyle/>
              <a:p>
                <a:pPr marL="0" indent="0">
                  <a:buNone/>
                </a:pPr>
                <a:r>
                  <a:rPr lang="en-US" dirty="0"/>
                  <a:t>It’s a contiguous sequence of n tokens.</a:t>
                </a:r>
              </a:p>
              <a:p>
                <a:pPr marL="0" indent="0">
                  <a:buNone/>
                </a:pPr>
                <a:endParaRPr lang="es-MX" dirty="0"/>
              </a:p>
              <a:p>
                <a:pPr marL="0" indent="0">
                  <a:buNone/>
                </a:pPr>
                <a:r>
                  <a:rPr lang="es-MX" dirty="0" err="1"/>
                  <a:t>Given</a:t>
                </a:r>
                <a:r>
                  <a:rPr lang="es-MX" dirty="0"/>
                  <a:t> token </a:t>
                </a:r>
                <a:r>
                  <a:rPr lang="es-MX" dirty="0" err="1"/>
                  <a:t>sequence</a:t>
                </a:r>
                <a:r>
                  <a:rPr lang="es-MX" dirty="0"/>
                  <a:t>:</a:t>
                </a:r>
              </a:p>
              <a:p>
                <a:pPr marL="0" indent="0">
                  <a:buNone/>
                </a:pPr>
                <a14:m>
                  <m:oMathPara xmlns:m="http://schemas.openxmlformats.org/officeDocument/2006/math">
                    <m:oMathParaPr>
                      <m:jc m:val="centerGroup"/>
                    </m:oMathParaPr>
                    <m:oMath xmlns:m="http://schemas.openxmlformats.org/officeDocument/2006/math">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1</m:t>
                              </m:r>
                            </m:sub>
                          </m:sSub>
                        </m:e>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2</m:t>
                              </m:r>
                            </m:sub>
                          </m:sSub>
                        </m:e>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3</m:t>
                              </m:r>
                            </m:sub>
                          </m:sSub>
                        </m:e>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4</m:t>
                              </m:r>
                            </m:sub>
                          </m:sSub>
                        </m:e>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5</m:t>
                              </m:r>
                            </m:sub>
                          </m:sSub>
                        </m:e>
                      </m:d>
                    </m:oMath>
                  </m:oMathPara>
                </a14:m>
                <a:endParaRPr lang="ar-AE" dirty="0"/>
              </a:p>
              <a:p>
                <a:pPr marL="0" indent="0">
                  <a:buNone/>
                </a:pPr>
                <a:r>
                  <a:rPr lang="es-MX" dirty="0" err="1"/>
                  <a:t>An</a:t>
                </a:r>
                <a:r>
                  <a:rPr lang="es-MX" dirty="0"/>
                  <a:t> n-</a:t>
                </a:r>
                <a:r>
                  <a:rPr lang="es-MX" dirty="0" err="1"/>
                  <a:t>gram</a:t>
                </a:r>
                <a:r>
                  <a:rPr lang="es-MX" dirty="0"/>
                  <a:t> </a:t>
                </a:r>
                <a:r>
                  <a:rPr lang="es-MX" dirty="0" err="1"/>
                  <a:t>is</a:t>
                </a:r>
                <a:r>
                  <a:rPr lang="es-MX" dirty="0"/>
                  <a:t>:</a:t>
                </a:r>
              </a:p>
              <a:p>
                <a:pPr marL="0" indent="0">
                  <a:buNone/>
                </a:pPr>
                <a14:m>
                  <m:oMathPara xmlns:m="http://schemas.openxmlformats.org/officeDocument/2006/math">
                    <m:oMathParaPr>
                      <m:jc m:val="centerGroup"/>
                    </m:oMathParaPr>
                    <m:oMath xmlns:m="http://schemas.openxmlformats.org/officeDocument/2006/math">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𝑖</m:t>
                              </m:r>
                            </m:sub>
                          </m:sSub>
                        </m:e>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𝑖</m:t>
                              </m:r>
                              <m:r>
                                <a:rPr lang="ar-AE">
                                  <a:latin typeface="Cambria Math" panose="02040503050406030204" pitchFamily="18" charset="0"/>
                                </a:rPr>
                                <m:t>+</m:t>
                              </m:r>
                              <m:r>
                                <a:rPr lang="ar-AE">
                                  <a:latin typeface="Cambria Math" panose="02040503050406030204" pitchFamily="18" charset="0"/>
                                </a:rPr>
                                <m:t>1</m:t>
                              </m:r>
                            </m:sub>
                          </m:sSub>
                        </m:e>
                        <m:e>
                          <m:r>
                            <a:rPr lang="ar-AE">
                              <a:latin typeface="Cambria Math" panose="02040503050406030204" pitchFamily="18" charset="0"/>
                            </a:rPr>
                            <m:t>.</m:t>
                          </m:r>
                        </m:e>
                        <m:e>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𝑖</m:t>
                              </m:r>
                              <m:r>
                                <a:rPr lang="ar-AE">
                                  <a:latin typeface="Cambria Math" panose="02040503050406030204" pitchFamily="18" charset="0"/>
                                </a:rPr>
                                <m:t>+</m:t>
                              </m:r>
                              <m:r>
                                <a:rPr lang="ar-AE" i="1">
                                  <a:latin typeface="Cambria Math" panose="02040503050406030204" pitchFamily="18" charset="0"/>
                                </a:rPr>
                                <m:t>𝑛</m:t>
                              </m:r>
                              <m:r>
                                <a:rPr lang="ar-AE">
                                  <a:latin typeface="Cambria Math" panose="02040503050406030204" pitchFamily="18" charset="0"/>
                                </a:rPr>
                                <m:t>−</m:t>
                              </m:r>
                              <m:r>
                                <a:rPr lang="ar-AE">
                                  <a:latin typeface="Cambria Math" panose="02040503050406030204" pitchFamily="18" charset="0"/>
                                </a:rPr>
                                <m:t>1</m:t>
                              </m:r>
                            </m:sub>
                          </m:sSub>
                        </m:e>
                      </m:d>
                    </m:oMath>
                  </m:oMathPara>
                </a14:m>
                <a:endParaRPr lang="ar-AE" dirty="0"/>
              </a:p>
              <a:p>
                <a:pPr marL="0" indent="0">
                  <a:buNone/>
                </a:pPr>
                <a:endParaRPr lang="es-MX" dirty="0"/>
              </a:p>
              <a:p>
                <a:pPr marL="0" indent="0">
                  <a:buNone/>
                </a:pPr>
                <a:r>
                  <a:rPr lang="es-MX" dirty="0" err="1"/>
                  <a:t>For</a:t>
                </a:r>
                <a:r>
                  <a:rPr lang="es-MX" dirty="0"/>
                  <a:t> </a:t>
                </a:r>
                <a:r>
                  <a:rPr lang="es-MX" dirty="0" err="1"/>
                  <a:t>example</a:t>
                </a:r>
                <a:r>
                  <a:rPr lang="es-MX" dirty="0"/>
                  <a:t>: </a:t>
                </a:r>
                <a:r>
                  <a:rPr lang="en-US" dirty="0"/>
                  <a:t>"Language models are very powerful“</a:t>
                </a:r>
              </a:p>
              <a:p>
                <a:pPr marL="0" indent="0">
                  <a:buNone/>
                </a:pPr>
                <a:endParaRPr lang="en-US" dirty="0"/>
              </a:p>
              <a:p>
                <a:pPr>
                  <a:buFontTx/>
                  <a:buChar char="-"/>
                </a:pPr>
                <a:r>
                  <a:rPr lang="es-MX" dirty="0" err="1"/>
                  <a:t>Unigrams</a:t>
                </a:r>
                <a:r>
                  <a:rPr lang="es-MX" dirty="0"/>
                  <a:t> (n=1) </a:t>
                </a:r>
                <a:r>
                  <a:rPr lang="en-US" dirty="0"/>
                  <a:t>["Language"], ["models"], ["are"], ["very"], ["powerful"]</a:t>
                </a:r>
              </a:p>
              <a:p>
                <a:pPr>
                  <a:buFontTx/>
                  <a:buChar char="-"/>
                </a:pPr>
                <a:r>
                  <a:rPr lang="es-MX" dirty="0" err="1"/>
                  <a:t>Bigrams</a:t>
                </a:r>
                <a:r>
                  <a:rPr lang="es-MX" dirty="0"/>
                  <a:t> (n=2) </a:t>
                </a:r>
                <a:r>
                  <a:rPr lang="en-US" dirty="0"/>
                  <a:t>["Language models"] ["models are"] ["are very"] ["very powerful"]</a:t>
                </a:r>
              </a:p>
              <a:p>
                <a:pPr>
                  <a:buFontTx/>
                  <a:buChar char="-"/>
                </a:pPr>
                <a:r>
                  <a:rPr lang="es-MX" dirty="0" err="1"/>
                  <a:t>Trigrams</a:t>
                </a:r>
                <a:r>
                  <a:rPr lang="es-MX" dirty="0"/>
                  <a:t> (n=3)</a:t>
                </a:r>
                <a:r>
                  <a:rPr lang="en-US" dirty="0"/>
                  <a:t> ["Language models are"]["models are very"]["are very powerful"]</a:t>
                </a:r>
              </a:p>
              <a:p>
                <a:pPr marL="0" indent="0">
                  <a:buNone/>
                </a:pPr>
                <a:endParaRPr lang="en-US" dirty="0"/>
              </a:p>
              <a:p>
                <a:pPr marL="0" indent="0">
                  <a:buNone/>
                </a:pPr>
                <a:r>
                  <a:rPr lang="en-US" dirty="0"/>
                  <a:t>n-grams capture </a:t>
                </a:r>
                <a:r>
                  <a:rPr lang="en-US" b="1" dirty="0"/>
                  <a:t>local dependency structure</a:t>
                </a:r>
                <a:r>
                  <a:rPr lang="en-US" dirty="0"/>
                  <a:t>.</a:t>
                </a:r>
              </a:p>
              <a:p>
                <a:pPr>
                  <a:buFontTx/>
                  <a:buChar char="-"/>
                </a:pPr>
                <a:endParaRPr lang="en-US" dirty="0"/>
              </a:p>
              <a:p>
                <a:pPr marL="0" indent="0">
                  <a:buNone/>
                </a:pPr>
                <a:endParaRPr lang="es-MX" dirty="0"/>
              </a:p>
            </p:txBody>
          </p:sp>
        </mc:Choice>
        <mc:Fallback xmlns="">
          <p:sp>
            <p:nvSpPr>
              <p:cNvPr id="3" name="Marcador de contenido 2">
                <a:extLst>
                  <a:ext uri="{FF2B5EF4-FFF2-40B4-BE49-F238E27FC236}">
                    <a16:creationId xmlns:a16="http://schemas.microsoft.com/office/drawing/2014/main" id="{906A5756-7E03-EDDA-F3E4-87425976A9C5}"/>
                  </a:ext>
                </a:extLst>
              </p:cNvPr>
              <p:cNvSpPr>
                <a:spLocks noGrp="1" noRot="1" noChangeAspect="1" noMove="1" noResize="1" noEditPoints="1" noAdjustHandles="1" noChangeArrowheads="1" noChangeShapeType="1" noTextEdit="1"/>
              </p:cNvSpPr>
              <p:nvPr>
                <p:ph idx="1"/>
              </p:nvPr>
            </p:nvSpPr>
            <p:spPr>
              <a:xfrm>
                <a:off x="438150" y="1171574"/>
                <a:ext cx="11563349" cy="5448295"/>
              </a:xfrm>
              <a:blipFill>
                <a:blip r:embed="rId2"/>
                <a:stretch>
                  <a:fillRect l="-843" t="-2461"/>
                </a:stretch>
              </a:blipFill>
            </p:spPr>
            <p:txBody>
              <a:bodyPr/>
              <a:lstStyle/>
              <a:p>
                <a:r>
                  <a:rPr lang="es-MX">
                    <a:noFill/>
                  </a:rPr>
                  <a:t> </a:t>
                </a:r>
              </a:p>
            </p:txBody>
          </p:sp>
        </mc:Fallback>
      </mc:AlternateContent>
      <p:sp>
        <p:nvSpPr>
          <p:cNvPr id="4" name="Rectangle 1">
            <a:extLst>
              <a:ext uri="{FF2B5EF4-FFF2-40B4-BE49-F238E27FC236}">
                <a16:creationId xmlns:a16="http://schemas.microsoft.com/office/drawing/2014/main" id="{8C98F3CE-9F5C-1C02-1E0E-36061EE49C51}"/>
              </a:ext>
            </a:extLst>
          </p:cNvPr>
          <p:cNvSpPr>
            <a:spLocks noChangeArrowheads="1"/>
          </p:cNvSpPr>
          <p:nvPr/>
        </p:nvSpPr>
        <p:spPr bwMode="auto">
          <a:xfrm>
            <a:off x="7571961" y="1080377"/>
            <a:ext cx="459933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Unigrams</a:t>
            </a:r>
            <a:r>
              <a:rPr kumimoji="0" lang="es-MX" altLang="es-MX" sz="1800" b="0" i="0" u="none" strike="noStrike" cap="none" normalizeH="0" baseline="0" dirty="0">
                <a:ln>
                  <a:noFill/>
                </a:ln>
                <a:solidFill>
                  <a:schemeClr val="tx1"/>
                </a:solidFill>
                <a:effectLst/>
                <a:latin typeface="Arial" panose="020B0604020202020204" pitchFamily="34" charset="0"/>
              </a:rPr>
              <a:t> → </a:t>
            </a:r>
            <a:r>
              <a:rPr kumimoji="0" lang="es-MX" altLang="es-MX" sz="1800" b="0" i="0" u="none" strike="noStrike" cap="none" normalizeH="0" baseline="0" dirty="0" err="1">
                <a:ln>
                  <a:noFill/>
                </a:ln>
                <a:solidFill>
                  <a:schemeClr val="tx1"/>
                </a:solidFill>
                <a:effectLst/>
                <a:latin typeface="Arial" panose="020B0604020202020204" pitchFamily="34" charset="0"/>
              </a:rPr>
              <a:t>vocabulary</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distribution</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Bigrams</a:t>
            </a:r>
            <a:r>
              <a:rPr kumimoji="0" lang="es-MX" altLang="es-MX" sz="1800" b="0" i="0" u="none" strike="noStrike" cap="none" normalizeH="0" baseline="0" dirty="0">
                <a:ln>
                  <a:noFill/>
                </a:ln>
                <a:solidFill>
                  <a:schemeClr val="tx1"/>
                </a:solidFill>
                <a:effectLst/>
                <a:latin typeface="Arial" panose="020B0604020202020204" pitchFamily="34" charset="0"/>
              </a:rPr>
              <a:t> → short </a:t>
            </a:r>
            <a:r>
              <a:rPr kumimoji="0" lang="es-MX" altLang="es-MX" sz="1800" b="0" i="0" u="none" strike="noStrike" cap="none" normalizeH="0" baseline="0" dirty="0" err="1">
                <a:ln>
                  <a:noFill/>
                </a:ln>
                <a:solidFill>
                  <a:schemeClr val="tx1"/>
                </a:solidFill>
                <a:effectLst/>
                <a:latin typeface="Arial" panose="020B0604020202020204" pitchFamily="34" charset="0"/>
              </a:rPr>
              <a:t>dependency</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Trigrams</a:t>
            </a:r>
            <a:r>
              <a:rPr kumimoji="0" lang="es-MX" altLang="es-MX" sz="1800" b="0" i="0" u="none" strike="noStrike" cap="none" normalizeH="0" baseline="0" dirty="0">
                <a:ln>
                  <a:noFill/>
                </a:ln>
                <a:solidFill>
                  <a:schemeClr val="tx1"/>
                </a:solidFill>
                <a:effectLst/>
                <a:latin typeface="Arial" panose="020B0604020202020204" pitchFamily="34" charset="0"/>
              </a:rPr>
              <a:t> → short </a:t>
            </a:r>
            <a:r>
              <a:rPr kumimoji="0" lang="es-MX" altLang="es-MX" sz="1800" b="0" i="0" u="none" strike="noStrike" cap="none" normalizeH="0" baseline="0" dirty="0" err="1">
                <a:ln>
                  <a:noFill/>
                </a:ln>
                <a:solidFill>
                  <a:schemeClr val="tx1"/>
                </a:solidFill>
                <a:effectLst/>
                <a:latin typeface="Arial" panose="020B0604020202020204" pitchFamily="34" charset="0"/>
              </a:rPr>
              <a:t>phrase</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structure</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Higher</a:t>
            </a:r>
            <a:r>
              <a:rPr kumimoji="0" lang="es-MX" altLang="es-MX" sz="1800" b="0" i="0" u="none" strike="noStrike" cap="none" normalizeH="0" baseline="0" dirty="0">
                <a:ln>
                  <a:noFill/>
                </a:ln>
                <a:solidFill>
                  <a:schemeClr val="tx1"/>
                </a:solidFill>
                <a:effectLst/>
                <a:latin typeface="Arial" panose="020B0604020202020204" pitchFamily="34" charset="0"/>
              </a:rPr>
              <a:t> n → </a:t>
            </a:r>
            <a:r>
              <a:rPr kumimoji="0" lang="es-MX" altLang="es-MX" sz="1800" b="0" i="0" u="none" strike="noStrike" cap="none" normalizeH="0" baseline="0" dirty="0" err="1">
                <a:ln>
                  <a:noFill/>
                </a:ln>
                <a:solidFill>
                  <a:schemeClr val="tx1"/>
                </a:solidFill>
                <a:effectLst/>
                <a:latin typeface="Arial" panose="020B0604020202020204" pitchFamily="34" charset="0"/>
              </a:rPr>
              <a:t>stronger</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structural</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constraints</a:t>
            </a: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73891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EECB3C-E584-8F29-59CD-6F90E9FB9715}"/>
              </a:ext>
            </a:extLst>
          </p:cNvPr>
          <p:cNvSpPr>
            <a:spLocks noGrp="1"/>
          </p:cNvSpPr>
          <p:nvPr>
            <p:ph type="title"/>
          </p:nvPr>
        </p:nvSpPr>
        <p:spPr>
          <a:xfrm>
            <a:off x="762000" y="46037"/>
            <a:ext cx="10515600" cy="1325563"/>
          </a:xfrm>
        </p:spPr>
        <p:txBody>
          <a:bodyPr/>
          <a:lstStyle/>
          <a:p>
            <a:r>
              <a:rPr lang="es-CO" dirty="0" err="1"/>
              <a:t>Example</a:t>
            </a:r>
            <a:endParaRPr lang="es-MX" dirty="0"/>
          </a:p>
        </p:txBody>
      </p:sp>
      <p:sp>
        <p:nvSpPr>
          <p:cNvPr id="3" name="Marcador de contenido 2">
            <a:extLst>
              <a:ext uri="{FF2B5EF4-FFF2-40B4-BE49-F238E27FC236}">
                <a16:creationId xmlns:a16="http://schemas.microsoft.com/office/drawing/2014/main" id="{2F2F3DF1-314C-AD39-0D37-7CFCCD89A8CF}"/>
              </a:ext>
            </a:extLst>
          </p:cNvPr>
          <p:cNvSpPr>
            <a:spLocks noGrp="1"/>
          </p:cNvSpPr>
          <p:nvPr>
            <p:ph idx="1"/>
          </p:nvPr>
        </p:nvSpPr>
        <p:spPr>
          <a:xfrm>
            <a:off x="762000" y="1371600"/>
            <a:ext cx="10515600" cy="5048250"/>
          </a:xfrm>
        </p:spPr>
        <p:txBody>
          <a:bodyPr>
            <a:normAutofit fontScale="92500" lnSpcReduction="10000"/>
          </a:bodyPr>
          <a:lstStyle/>
          <a:p>
            <a:pPr marL="0" indent="0">
              <a:buNone/>
            </a:pPr>
            <a:r>
              <a:rPr lang="en-US" dirty="0"/>
              <a:t>Reference: "The cat is on the mat"</a:t>
            </a:r>
          </a:p>
          <a:p>
            <a:pPr marL="0" indent="0">
              <a:buNone/>
            </a:pPr>
            <a:r>
              <a:rPr lang="en-US" dirty="0"/>
              <a:t>Candidate: "The cat sat on the mat“</a:t>
            </a:r>
          </a:p>
          <a:p>
            <a:pPr marL="0" indent="0">
              <a:buNone/>
            </a:pPr>
            <a:endParaRPr lang="en-US" dirty="0"/>
          </a:p>
          <a:p>
            <a:pPr marL="0" indent="0">
              <a:buNone/>
            </a:pPr>
            <a:r>
              <a:rPr lang="es-MX" b="1" dirty="0" err="1"/>
              <a:t>Unigram</a:t>
            </a:r>
            <a:r>
              <a:rPr lang="es-MX" b="1" dirty="0"/>
              <a:t> </a:t>
            </a:r>
            <a:r>
              <a:rPr lang="es-MX" b="1" dirty="0" err="1"/>
              <a:t>overlap</a:t>
            </a:r>
            <a:r>
              <a:rPr lang="es-MX" b="1" dirty="0"/>
              <a:t> </a:t>
            </a:r>
            <a:r>
              <a:rPr lang="es-MX" dirty="0"/>
              <a:t>(</a:t>
            </a:r>
            <a:r>
              <a:rPr lang="es-MX" dirty="0" err="1"/>
              <a:t>Common</a:t>
            </a:r>
            <a:r>
              <a:rPr lang="es-MX" dirty="0"/>
              <a:t> tokens):</a:t>
            </a:r>
          </a:p>
          <a:p>
            <a:pPr marL="0" indent="0">
              <a:buNone/>
            </a:pPr>
            <a:r>
              <a:rPr lang="en-US" dirty="0"/>
              <a:t>The, cat, on, the, mat</a:t>
            </a:r>
          </a:p>
          <a:p>
            <a:pPr marL="0" indent="0">
              <a:buNone/>
            </a:pPr>
            <a:endParaRPr lang="en-US" dirty="0"/>
          </a:p>
          <a:p>
            <a:pPr marL="0" indent="0">
              <a:buNone/>
            </a:pPr>
            <a:r>
              <a:rPr lang="es-MX" b="1" dirty="0" err="1"/>
              <a:t>Bigram</a:t>
            </a:r>
            <a:r>
              <a:rPr lang="es-MX" b="1" dirty="0"/>
              <a:t> </a:t>
            </a:r>
            <a:r>
              <a:rPr lang="es-MX" b="1" dirty="0" err="1"/>
              <a:t>overlap</a:t>
            </a:r>
            <a:r>
              <a:rPr lang="es-MX" b="1" dirty="0"/>
              <a:t> </a:t>
            </a:r>
            <a:r>
              <a:rPr lang="es-MX" dirty="0"/>
              <a:t>(</a:t>
            </a:r>
            <a:r>
              <a:rPr lang="es-MX" dirty="0" err="1"/>
              <a:t>Matches</a:t>
            </a:r>
            <a:r>
              <a:rPr lang="es-MX" dirty="0"/>
              <a:t>): </a:t>
            </a:r>
            <a:r>
              <a:rPr lang="en-US" dirty="0"/>
              <a:t>The cat, on the, the mat</a:t>
            </a:r>
          </a:p>
          <a:p>
            <a:pPr marL="0" indent="0">
              <a:buNone/>
            </a:pPr>
            <a:r>
              <a:rPr lang="es-MX" dirty="0" err="1"/>
              <a:t>Lower</a:t>
            </a:r>
            <a:r>
              <a:rPr lang="es-MX" dirty="0"/>
              <a:t> </a:t>
            </a:r>
            <a:r>
              <a:rPr lang="es-MX" dirty="0" err="1"/>
              <a:t>than</a:t>
            </a:r>
            <a:r>
              <a:rPr lang="es-MX" dirty="0"/>
              <a:t> </a:t>
            </a:r>
            <a:r>
              <a:rPr lang="es-MX" dirty="0" err="1"/>
              <a:t>unigram</a:t>
            </a:r>
            <a:r>
              <a:rPr lang="es-MX" dirty="0"/>
              <a:t> </a:t>
            </a:r>
            <a:r>
              <a:rPr lang="es-MX" dirty="0" err="1"/>
              <a:t>precision</a:t>
            </a:r>
            <a:r>
              <a:rPr lang="es-MX" dirty="0"/>
              <a:t>.</a:t>
            </a:r>
          </a:p>
          <a:p>
            <a:pPr marL="0" indent="0">
              <a:buNone/>
            </a:pPr>
            <a:endParaRPr lang="es-MX" dirty="0"/>
          </a:p>
          <a:p>
            <a:pPr marL="0" indent="0">
              <a:buNone/>
            </a:pPr>
            <a:r>
              <a:rPr lang="es-MX" b="1" dirty="0" err="1"/>
              <a:t>Trigram</a:t>
            </a:r>
            <a:r>
              <a:rPr lang="es-MX" b="1" dirty="0"/>
              <a:t> </a:t>
            </a:r>
            <a:r>
              <a:rPr lang="es-MX" b="1" dirty="0" err="1"/>
              <a:t>overlap</a:t>
            </a:r>
            <a:r>
              <a:rPr lang="es-MX" b="1" dirty="0"/>
              <a:t> </a:t>
            </a:r>
            <a:r>
              <a:rPr lang="es-MX" dirty="0"/>
              <a:t>(</a:t>
            </a:r>
            <a:r>
              <a:rPr lang="es-MX" dirty="0" err="1"/>
              <a:t>Matches</a:t>
            </a:r>
            <a:r>
              <a:rPr lang="es-MX" dirty="0"/>
              <a:t>)</a:t>
            </a:r>
            <a:r>
              <a:rPr lang="es-MX" b="1" dirty="0"/>
              <a:t>: </a:t>
            </a:r>
            <a:r>
              <a:rPr lang="es-MX" dirty="0" err="1"/>
              <a:t>on</a:t>
            </a:r>
            <a:r>
              <a:rPr lang="es-MX" dirty="0"/>
              <a:t> </a:t>
            </a:r>
            <a:r>
              <a:rPr lang="es-MX" dirty="0" err="1"/>
              <a:t>the</a:t>
            </a:r>
            <a:r>
              <a:rPr lang="es-MX" dirty="0"/>
              <a:t> </a:t>
            </a:r>
            <a:r>
              <a:rPr lang="es-MX" dirty="0" err="1"/>
              <a:t>mat</a:t>
            </a:r>
            <a:endParaRPr lang="es-MX" dirty="0"/>
          </a:p>
          <a:p>
            <a:pPr marL="0" indent="0">
              <a:buNone/>
            </a:pPr>
            <a:r>
              <a:rPr lang="es-MX" dirty="0" err="1"/>
              <a:t>Precision</a:t>
            </a:r>
            <a:r>
              <a:rPr lang="es-MX" dirty="0"/>
              <a:t> </a:t>
            </a:r>
            <a:r>
              <a:rPr lang="es-MX" dirty="0" err="1"/>
              <a:t>drops</a:t>
            </a:r>
            <a:r>
              <a:rPr lang="es-MX" dirty="0"/>
              <a:t> </a:t>
            </a:r>
            <a:r>
              <a:rPr lang="es-MX" dirty="0" err="1"/>
              <a:t>further</a:t>
            </a:r>
            <a:r>
              <a:rPr lang="es-MX" dirty="0"/>
              <a:t>.</a:t>
            </a:r>
          </a:p>
        </p:txBody>
      </p:sp>
    </p:spTree>
    <p:extLst>
      <p:ext uri="{BB962C8B-B14F-4D97-AF65-F5344CB8AC3E}">
        <p14:creationId xmlns:p14="http://schemas.microsoft.com/office/powerpoint/2010/main" val="325559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2D542E-895F-BBC9-59BB-06E789A0C33B}"/>
              </a:ext>
            </a:extLst>
          </p:cNvPr>
          <p:cNvSpPr>
            <a:spLocks noGrp="1"/>
          </p:cNvSpPr>
          <p:nvPr>
            <p:ph type="title"/>
          </p:nvPr>
        </p:nvSpPr>
        <p:spPr/>
        <p:txBody>
          <a:bodyPr/>
          <a:lstStyle/>
          <a:p>
            <a:r>
              <a:rPr lang="en-US" dirty="0" err="1"/>
              <a:t>Subword</a:t>
            </a:r>
            <a:r>
              <a:rPr lang="en-US" dirty="0"/>
              <a:t> Tokenization in Modern LLMs</a:t>
            </a:r>
            <a:endParaRPr lang="es-MX" dirty="0"/>
          </a:p>
        </p:txBody>
      </p:sp>
      <p:sp>
        <p:nvSpPr>
          <p:cNvPr id="3" name="Marcador de contenido 2">
            <a:extLst>
              <a:ext uri="{FF2B5EF4-FFF2-40B4-BE49-F238E27FC236}">
                <a16:creationId xmlns:a16="http://schemas.microsoft.com/office/drawing/2014/main" id="{4A331C0E-F1F0-052F-BFFE-445D86EF6AFF}"/>
              </a:ext>
            </a:extLst>
          </p:cNvPr>
          <p:cNvSpPr>
            <a:spLocks noGrp="1"/>
          </p:cNvSpPr>
          <p:nvPr>
            <p:ph idx="1"/>
          </p:nvPr>
        </p:nvSpPr>
        <p:spPr/>
        <p:txBody>
          <a:bodyPr>
            <a:normAutofit fontScale="92500" lnSpcReduction="10000"/>
          </a:bodyPr>
          <a:lstStyle/>
          <a:p>
            <a:pPr marL="0" indent="0">
              <a:buNone/>
            </a:pPr>
            <a:r>
              <a:rPr lang="en-US" dirty="0"/>
              <a:t>Modern LLMs use BPE (Byte Pair Encoding), also known as </a:t>
            </a:r>
            <a:r>
              <a:rPr lang="es-MX" dirty="0"/>
              <a:t>Symbol </a:t>
            </a:r>
            <a:r>
              <a:rPr lang="es-MX" dirty="0" err="1"/>
              <a:t>Pair</a:t>
            </a:r>
            <a:r>
              <a:rPr lang="es-MX" dirty="0"/>
              <a:t> </a:t>
            </a:r>
            <a:r>
              <a:rPr lang="es-MX" dirty="0" err="1"/>
              <a:t>Encoding</a:t>
            </a:r>
            <a:r>
              <a:rPr lang="en-US" dirty="0"/>
              <a:t> splits words into frequent units, To solve:</a:t>
            </a:r>
          </a:p>
          <a:p>
            <a:pPr marL="0" indent="0">
              <a:buNone/>
            </a:pPr>
            <a:endParaRPr lang="en-US" dirty="0"/>
          </a:p>
          <a:p>
            <a:r>
              <a:rPr lang="en-US" dirty="0"/>
              <a:t>Rare words, Open vocabulary problem, Morphology</a:t>
            </a:r>
          </a:p>
          <a:p>
            <a:pPr marL="0" indent="0">
              <a:buNone/>
            </a:pPr>
            <a:endParaRPr lang="en-US" dirty="0"/>
          </a:p>
          <a:p>
            <a:pPr marL="0" indent="0">
              <a:buNone/>
            </a:pPr>
            <a:r>
              <a:rPr lang="en-US" dirty="0"/>
              <a:t>Example: "internationalization“, Instead of OOV:</a:t>
            </a:r>
          </a:p>
          <a:p>
            <a:pPr marL="0" indent="0">
              <a:buNone/>
            </a:pPr>
            <a:r>
              <a:rPr lang="en-US" dirty="0"/>
              <a:t>["international", "</a:t>
            </a:r>
            <a:r>
              <a:rPr lang="en-US" dirty="0" err="1"/>
              <a:t>ization</a:t>
            </a:r>
            <a:r>
              <a:rPr lang="en-US" dirty="0"/>
              <a:t>"]</a:t>
            </a:r>
          </a:p>
          <a:p>
            <a:pPr marL="0" indent="0">
              <a:buNone/>
            </a:pPr>
            <a:endParaRPr lang="en-US" dirty="0"/>
          </a:p>
          <a:p>
            <a:pPr marL="0" indent="0">
              <a:buNone/>
            </a:pPr>
            <a:r>
              <a:rPr lang="en-US" dirty="0"/>
              <a:t>This reduces vocabulary size, sequence length and improves generalization. Does not use linguistic rules.</a:t>
            </a:r>
          </a:p>
          <a:p>
            <a:pPr marL="0" indent="0">
              <a:buNone/>
            </a:pPr>
            <a:endParaRPr lang="en-US" dirty="0"/>
          </a:p>
          <a:p>
            <a:pPr marL="0" indent="0">
              <a:buNone/>
            </a:pPr>
            <a:endParaRPr lang="en-US" dirty="0"/>
          </a:p>
          <a:p>
            <a:pPr marL="0" indent="0">
              <a:buNone/>
            </a:pPr>
            <a:endParaRPr lang="en-US" dirty="0"/>
          </a:p>
          <a:p>
            <a:pPr marL="0" indent="0">
              <a:buNone/>
            </a:pPr>
            <a:endParaRPr lang="es-MX" dirty="0"/>
          </a:p>
        </p:txBody>
      </p:sp>
    </p:spTree>
    <p:extLst>
      <p:ext uri="{BB962C8B-B14F-4D97-AF65-F5344CB8AC3E}">
        <p14:creationId xmlns:p14="http://schemas.microsoft.com/office/powerpoint/2010/main" val="154629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8E798A-EF4A-F0E9-143F-1B016A10573C}"/>
              </a:ext>
            </a:extLst>
          </p:cNvPr>
          <p:cNvSpPr>
            <a:spLocks noGrp="1"/>
          </p:cNvSpPr>
          <p:nvPr>
            <p:ph type="title"/>
          </p:nvPr>
        </p:nvSpPr>
        <p:spPr/>
        <p:txBody>
          <a:bodyPr/>
          <a:lstStyle/>
          <a:p>
            <a:r>
              <a:rPr lang="es-CO" dirty="0" err="1"/>
              <a:t>Why</a:t>
            </a:r>
            <a:r>
              <a:rPr lang="es-CO" dirty="0"/>
              <a:t> BPE Works </a:t>
            </a:r>
            <a:endParaRPr lang="es-MX" dirty="0"/>
          </a:p>
        </p:txBody>
      </p:sp>
      <p:sp>
        <p:nvSpPr>
          <p:cNvPr id="4" name="Rectangle 1">
            <a:extLst>
              <a:ext uri="{FF2B5EF4-FFF2-40B4-BE49-F238E27FC236}">
                <a16:creationId xmlns:a16="http://schemas.microsoft.com/office/drawing/2014/main" id="{12DB7FA6-40F3-866E-4F47-F8CC39B9455B}"/>
              </a:ext>
            </a:extLst>
          </p:cNvPr>
          <p:cNvSpPr>
            <a:spLocks noGrp="1" noChangeArrowheads="1"/>
          </p:cNvSpPr>
          <p:nvPr>
            <p:ph idx="1"/>
          </p:nvPr>
        </p:nvSpPr>
        <p:spPr bwMode="auto">
          <a:xfrm>
            <a:off x="838200" y="1621438"/>
            <a:ext cx="10944225" cy="4258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Frequent</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morphemes</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become</a:t>
            </a:r>
            <a:r>
              <a:rPr kumimoji="0" lang="es-MX" altLang="es-MX" sz="1800" b="0" i="0" u="none" strike="noStrike" cap="none" normalizeH="0" baseline="0" dirty="0">
                <a:ln>
                  <a:noFill/>
                </a:ln>
                <a:solidFill>
                  <a:schemeClr val="tx1"/>
                </a:solidFill>
                <a:effectLst/>
                <a:latin typeface="Arial" panose="020B0604020202020204" pitchFamily="34" charset="0"/>
              </a:rPr>
              <a:t> tokens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Rare </a:t>
            </a:r>
            <a:r>
              <a:rPr kumimoji="0" lang="es-MX" altLang="es-MX" sz="1800" b="0" i="0" u="none" strike="noStrike" cap="none" normalizeH="0" baseline="0" dirty="0" err="1">
                <a:ln>
                  <a:noFill/>
                </a:ln>
                <a:solidFill>
                  <a:schemeClr val="tx1"/>
                </a:solidFill>
                <a:effectLst/>
                <a:latin typeface="Arial" panose="020B0604020202020204" pitchFamily="34" charset="0"/>
              </a:rPr>
              <a:t>words</a:t>
            </a:r>
            <a:r>
              <a:rPr kumimoji="0" lang="es-MX" altLang="es-MX" sz="1800" b="0" i="0" u="none" strike="noStrike" cap="none" normalizeH="0" baseline="0" dirty="0">
                <a:ln>
                  <a:noFill/>
                </a:ln>
                <a:solidFill>
                  <a:schemeClr val="tx1"/>
                </a:solidFill>
                <a:effectLst/>
                <a:latin typeface="Arial" panose="020B0604020202020204" pitchFamily="34" charset="0"/>
              </a:rPr>
              <a:t> are </a:t>
            </a:r>
            <a:r>
              <a:rPr kumimoji="0" lang="es-MX" altLang="es-MX" sz="1800" b="0" i="0" u="none" strike="noStrike" cap="none" normalizeH="0" baseline="0" dirty="0" err="1">
                <a:ln>
                  <a:noFill/>
                </a:ln>
                <a:solidFill>
                  <a:schemeClr val="tx1"/>
                </a:solidFill>
                <a:effectLst/>
                <a:latin typeface="Arial" panose="020B0604020202020204" pitchFamily="34" charset="0"/>
              </a:rPr>
              <a:t>decomposed</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Open </a:t>
            </a:r>
            <a:r>
              <a:rPr kumimoji="0" lang="es-MX" altLang="es-MX" sz="1800" b="0" i="0" u="none" strike="noStrike" cap="none" normalizeH="0" baseline="0" dirty="0" err="1">
                <a:ln>
                  <a:noFill/>
                </a:ln>
                <a:solidFill>
                  <a:schemeClr val="tx1"/>
                </a:solidFill>
                <a:effectLst/>
                <a:latin typeface="Arial" panose="020B0604020202020204" pitchFamily="34" charset="0"/>
              </a:rPr>
              <a:t>vocabulary</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achieved</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indent="0">
              <a:buNone/>
            </a:pPr>
            <a:r>
              <a:rPr lang="en-US" sz="1800" dirty="0"/>
              <a:t>Example: "unbelievable“ might tokenize as:</a:t>
            </a:r>
          </a:p>
          <a:p>
            <a:pPr marL="0" indent="0">
              <a:buNone/>
            </a:pPr>
            <a:endParaRPr lang="en-US" sz="1800" dirty="0"/>
          </a:p>
          <a:p>
            <a:pPr marL="0" indent="0">
              <a:buNone/>
            </a:pPr>
            <a:r>
              <a:rPr lang="en-US" sz="1800" dirty="0"/>
              <a:t>["un", "</a:t>
            </a:r>
            <a:r>
              <a:rPr lang="en-US" sz="1800" dirty="0" err="1"/>
              <a:t>believ</a:t>
            </a:r>
            <a:r>
              <a:rPr lang="en-US" sz="1800" dirty="0"/>
              <a:t>", "able"]</a:t>
            </a:r>
          </a:p>
          <a:p>
            <a:pPr marL="0" indent="0">
              <a:buNone/>
            </a:pPr>
            <a:endParaRPr lang="en-US" sz="1800" dirty="0"/>
          </a:p>
          <a:p>
            <a:pPr marL="0" indent="0">
              <a:buNone/>
            </a:pPr>
            <a:r>
              <a:rPr lang="en-US" sz="1800" dirty="0"/>
              <a:t>If later we see "believable“, it reuses: ["</a:t>
            </a:r>
            <a:r>
              <a:rPr lang="en-US" sz="1800" dirty="0" err="1"/>
              <a:t>believ</a:t>
            </a:r>
            <a:r>
              <a:rPr lang="en-US" sz="1800" dirty="0"/>
              <a:t>", "able"]</a:t>
            </a:r>
          </a:p>
          <a:p>
            <a:pPr marL="0" indent="0">
              <a:buNone/>
            </a:pPr>
            <a:endParaRPr lang="en-US" sz="1800" dirty="0"/>
          </a:p>
          <a:p>
            <a:pPr marL="0" indent="0">
              <a:buNone/>
            </a:pPr>
            <a:r>
              <a:rPr lang="es-MX" sz="1800" dirty="0" err="1"/>
              <a:t>Generalization</a:t>
            </a:r>
            <a:r>
              <a:rPr lang="es-MX" sz="1800" dirty="0"/>
              <a:t> </a:t>
            </a:r>
            <a:r>
              <a:rPr lang="es-MX" sz="1800" dirty="0" err="1"/>
              <a:t>improves</a:t>
            </a:r>
            <a:r>
              <a:rPr lang="es-MX" sz="1800" dirty="0"/>
              <a:t>.</a:t>
            </a:r>
            <a:endParaRPr lang="en-US" sz="1800" dirty="0"/>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DB45B088-FC12-8299-25C2-CCDBADE69327}"/>
              </a:ext>
            </a:extLst>
          </p:cNvPr>
          <p:cNvSpPr txBox="1"/>
          <p:nvPr/>
        </p:nvSpPr>
        <p:spPr>
          <a:xfrm>
            <a:off x="3409950" y="5880040"/>
            <a:ext cx="6096000" cy="369332"/>
          </a:xfrm>
          <a:prstGeom prst="rect">
            <a:avLst/>
          </a:prstGeom>
          <a:noFill/>
        </p:spPr>
        <p:txBody>
          <a:bodyPr wrap="square">
            <a:spAutoFit/>
          </a:bodyPr>
          <a:lstStyle/>
          <a:p>
            <a:r>
              <a:rPr lang="es-MX" dirty="0"/>
              <a:t>Text → Tokens → Token </a:t>
            </a:r>
            <a:r>
              <a:rPr lang="es-MX" dirty="0" err="1"/>
              <a:t>IDs</a:t>
            </a:r>
            <a:r>
              <a:rPr lang="es-MX" dirty="0"/>
              <a:t> → </a:t>
            </a:r>
            <a:r>
              <a:rPr lang="es-MX" dirty="0" err="1"/>
              <a:t>Embeddings</a:t>
            </a:r>
            <a:r>
              <a:rPr lang="es-MX" dirty="0"/>
              <a:t> → </a:t>
            </a:r>
            <a:r>
              <a:rPr lang="es-MX" dirty="0" err="1"/>
              <a:t>Model</a:t>
            </a:r>
            <a:endParaRPr lang="es-MX" dirty="0"/>
          </a:p>
        </p:txBody>
      </p:sp>
      <p:sp>
        <p:nvSpPr>
          <p:cNvPr id="7" name="Rectangle 2">
            <a:extLst>
              <a:ext uri="{FF2B5EF4-FFF2-40B4-BE49-F238E27FC236}">
                <a16:creationId xmlns:a16="http://schemas.microsoft.com/office/drawing/2014/main" id="{6787C961-9966-A017-C6CA-63E585957DBB}"/>
              </a:ext>
            </a:extLst>
          </p:cNvPr>
          <p:cNvSpPr>
            <a:spLocks noChangeArrowheads="1"/>
          </p:cNvSpPr>
          <p:nvPr/>
        </p:nvSpPr>
        <p:spPr bwMode="auto">
          <a:xfrm>
            <a:off x="8239125" y="2829610"/>
            <a:ext cx="277191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GPT-2: 50,257 tokens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LLaMA</a:t>
            </a:r>
            <a:r>
              <a:rPr kumimoji="0" lang="es-MX" altLang="es-MX" sz="1800" b="0" i="0" u="none" strike="noStrike" cap="none" normalizeH="0" baseline="0" dirty="0">
                <a:ln>
                  <a:noFill/>
                </a:ln>
                <a:solidFill>
                  <a:schemeClr val="tx1"/>
                </a:solidFill>
                <a:effectLst/>
                <a:latin typeface="Arial" panose="020B0604020202020204" pitchFamily="34" charset="0"/>
              </a:rPr>
              <a:t>: ~32,000 tokens</a:t>
            </a:r>
          </a:p>
        </p:txBody>
      </p:sp>
    </p:spTree>
    <p:extLst>
      <p:ext uri="{BB962C8B-B14F-4D97-AF65-F5344CB8AC3E}">
        <p14:creationId xmlns:p14="http://schemas.microsoft.com/office/powerpoint/2010/main" val="6274551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2F1342-1033-1D17-29DE-745C1CC0633D}"/>
              </a:ext>
            </a:extLst>
          </p:cNvPr>
          <p:cNvSpPr>
            <a:spLocks noGrp="1"/>
          </p:cNvSpPr>
          <p:nvPr>
            <p:ph type="title"/>
          </p:nvPr>
        </p:nvSpPr>
        <p:spPr/>
        <p:txBody>
          <a:bodyPr>
            <a:normAutofit/>
          </a:bodyPr>
          <a:lstStyle/>
          <a:p>
            <a:r>
              <a:rPr lang="en-US" b="1" dirty="0">
                <a:solidFill>
                  <a:srgbClr val="131314"/>
                </a:solidFill>
                <a:effectLst/>
                <a:latin typeface="Google Sans"/>
              </a:rPr>
              <a:t>Transformer architecture and its evolution</a:t>
            </a:r>
            <a:endParaRPr lang="es-MX" b="1" dirty="0"/>
          </a:p>
        </p:txBody>
      </p:sp>
      <p:sp>
        <p:nvSpPr>
          <p:cNvPr id="3" name="Marcador de contenido 2">
            <a:extLst>
              <a:ext uri="{FF2B5EF4-FFF2-40B4-BE49-F238E27FC236}">
                <a16:creationId xmlns:a16="http://schemas.microsoft.com/office/drawing/2014/main" id="{AB2819ED-C142-99FE-C03E-AC889AA7FD06}"/>
              </a:ext>
            </a:extLst>
          </p:cNvPr>
          <p:cNvSpPr>
            <a:spLocks noGrp="1"/>
          </p:cNvSpPr>
          <p:nvPr>
            <p:ph idx="1"/>
          </p:nvPr>
        </p:nvSpPr>
        <p:spPr/>
        <p:txBody>
          <a:bodyPr/>
          <a:lstStyle/>
          <a:p>
            <a:pPr marL="0" indent="0" algn="just">
              <a:buNone/>
            </a:pPr>
            <a:r>
              <a:rPr lang="en-US" b="0" i="0" dirty="0">
                <a:solidFill>
                  <a:srgbClr val="131314"/>
                </a:solidFill>
                <a:effectLst/>
                <a:latin typeface="Google Sans Text"/>
              </a:rPr>
              <a:t>"</a:t>
            </a:r>
            <a:r>
              <a:rPr lang="en-US" b="0" i="0" dirty="0">
                <a:solidFill>
                  <a:srgbClr val="131314"/>
                </a:solidFill>
                <a:effectLst/>
                <a:latin typeface="Google Sans Text"/>
                <a:hlinkClick r:id="rId2"/>
              </a:rPr>
              <a:t>Attention Is All You Need" (2017), is comprised of an "encoder" - "decoder</a:t>
            </a:r>
            <a:r>
              <a:rPr lang="en-US" b="0" i="0" dirty="0">
                <a:solidFill>
                  <a:srgbClr val="131314"/>
                </a:solidFill>
                <a:effectLst/>
                <a:latin typeface="Google Sans Text"/>
              </a:rPr>
              <a:t>.“</a:t>
            </a:r>
          </a:p>
          <a:p>
            <a:pPr marL="0" indent="0" algn="just">
              <a:buNone/>
            </a:pPr>
            <a:endParaRPr lang="en-US" b="1" i="0" dirty="0">
              <a:solidFill>
                <a:srgbClr val="131314"/>
              </a:solidFill>
              <a:effectLst/>
              <a:latin typeface="Google Sans Text"/>
            </a:endParaRPr>
          </a:p>
          <a:p>
            <a:pPr marL="0" indent="0" algn="just">
              <a:buNone/>
            </a:pPr>
            <a:r>
              <a:rPr lang="en-US" b="1" i="0" dirty="0">
                <a:solidFill>
                  <a:srgbClr val="131314"/>
                </a:solidFill>
                <a:effectLst/>
                <a:latin typeface="Google Sans Text"/>
              </a:rPr>
              <a:t>Encoder:</a:t>
            </a:r>
            <a:r>
              <a:rPr lang="en-US" b="0" i="0" dirty="0">
                <a:solidFill>
                  <a:srgbClr val="131314"/>
                </a:solidFill>
                <a:effectLst/>
                <a:latin typeface="Google Sans Text"/>
              </a:rPr>
              <a:t> transforms the input sequence into a continuous representation containing contextual information for each token. It uses multi-head self-attention, feed-forward networks, normalization layers, and residual connections. Positional encodings are added to embeddings to preserve word order.</a:t>
            </a:r>
          </a:p>
          <a:p>
            <a:pPr marL="0" indent="0" algn="just">
              <a:buNone/>
            </a:pPr>
            <a:endParaRPr lang="en-US" b="0" i="0" dirty="0">
              <a:solidFill>
                <a:srgbClr val="131314"/>
              </a:solidFill>
              <a:effectLst/>
              <a:latin typeface="Google Sans Text"/>
            </a:endParaRPr>
          </a:p>
          <a:p>
            <a:pPr marL="0" indent="0" algn="just">
              <a:buNone/>
            </a:pPr>
            <a:endParaRPr lang="es-MX" dirty="0"/>
          </a:p>
        </p:txBody>
      </p:sp>
    </p:spTree>
    <p:extLst>
      <p:ext uri="{BB962C8B-B14F-4D97-AF65-F5344CB8AC3E}">
        <p14:creationId xmlns:p14="http://schemas.microsoft.com/office/powerpoint/2010/main" val="3275391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2758EC9-9A72-7D63-909C-03C60370B5EE}"/>
              </a:ext>
            </a:extLst>
          </p:cNvPr>
          <p:cNvSpPr>
            <a:spLocks noGrp="1"/>
          </p:cNvSpPr>
          <p:nvPr>
            <p:ph idx="1"/>
          </p:nvPr>
        </p:nvSpPr>
        <p:spPr>
          <a:xfrm>
            <a:off x="838200" y="777875"/>
            <a:ext cx="10515600" cy="4351338"/>
          </a:xfrm>
        </p:spPr>
        <p:txBody>
          <a:bodyPr>
            <a:normAutofit/>
          </a:bodyPr>
          <a:lstStyle/>
          <a:p>
            <a:pPr marL="0" indent="0" algn="just">
              <a:buNone/>
            </a:pPr>
            <a:r>
              <a:rPr lang="en-US" b="1" i="0" dirty="0">
                <a:solidFill>
                  <a:srgbClr val="131314"/>
                </a:solidFill>
                <a:effectLst/>
                <a:latin typeface="Google Sans Text"/>
              </a:rPr>
              <a:t>Decoder:</a:t>
            </a:r>
            <a:r>
              <a:rPr lang="en-US" b="0" i="0" dirty="0">
                <a:solidFill>
                  <a:srgbClr val="131314"/>
                </a:solidFill>
                <a:effectLst/>
                <a:latin typeface="Google Sans Text"/>
              </a:rPr>
              <a:t> generates the output sequence based on the contextual information from the encoder. It operates token-by-token using "</a:t>
            </a:r>
            <a:r>
              <a:rPr lang="en-US" b="1" i="0" dirty="0">
                <a:solidFill>
                  <a:srgbClr val="131314"/>
                </a:solidFill>
                <a:effectLst/>
                <a:latin typeface="Google Sans Text"/>
              </a:rPr>
              <a:t>masked self-attention</a:t>
            </a:r>
            <a:r>
              <a:rPr lang="en-US" b="0" i="0" dirty="0">
                <a:solidFill>
                  <a:srgbClr val="131314"/>
                </a:solidFill>
                <a:effectLst/>
                <a:latin typeface="Google Sans Text"/>
              </a:rPr>
              <a:t>" (prevent seeing future tokens) and "encoder-decoder cross-attention" (to focus on relevant parts of the input).</a:t>
            </a:r>
          </a:p>
          <a:p>
            <a:pPr marL="0" indent="0" algn="just">
              <a:buNone/>
            </a:pPr>
            <a:endParaRPr lang="en-US" dirty="0">
              <a:solidFill>
                <a:srgbClr val="131314"/>
              </a:solidFill>
              <a:latin typeface="Google Sans Text"/>
            </a:endParaRPr>
          </a:p>
          <a:p>
            <a:pPr marL="0" indent="0" algn="just">
              <a:buNone/>
            </a:pPr>
            <a:r>
              <a:rPr lang="en-US" dirty="0">
                <a:solidFill>
                  <a:srgbClr val="131314"/>
                </a:solidFill>
                <a:latin typeface="Google Sans Text"/>
              </a:rPr>
              <a:t>From GPT-3, Llama on LLMs have adopted a "decoder-only" variant of the Transformer architecture. This simplifies the model by merging the encoding and decoding functions, focusing solely on generating output sequences directly from the input using masked self-attention.</a:t>
            </a:r>
            <a:endParaRPr lang="es-MX" dirty="0"/>
          </a:p>
          <a:p>
            <a:pPr marL="0" indent="0" algn="just">
              <a:buNone/>
            </a:pPr>
            <a:endParaRPr lang="en-US" b="0" i="0" dirty="0">
              <a:solidFill>
                <a:srgbClr val="131314"/>
              </a:solidFill>
              <a:effectLst/>
              <a:latin typeface="Google Sans Text"/>
            </a:endParaRPr>
          </a:p>
          <a:p>
            <a:pPr marL="0" indent="0" algn="just">
              <a:buNone/>
            </a:pPr>
            <a:endParaRPr lang="en-US" b="0" i="0" dirty="0">
              <a:solidFill>
                <a:srgbClr val="131314"/>
              </a:solidFill>
              <a:effectLst/>
              <a:latin typeface="Google Sans Text"/>
            </a:endParaRPr>
          </a:p>
          <a:p>
            <a:pPr marL="0" indent="0" algn="just">
              <a:buNone/>
            </a:pPr>
            <a:endParaRPr lang="es-MX" dirty="0"/>
          </a:p>
        </p:txBody>
      </p:sp>
    </p:spTree>
    <p:extLst>
      <p:ext uri="{BB962C8B-B14F-4D97-AF65-F5344CB8AC3E}">
        <p14:creationId xmlns:p14="http://schemas.microsoft.com/office/powerpoint/2010/main" val="28090144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994C923-3187-CD43-6D3C-9503BC2CBF07}"/>
              </a:ext>
            </a:extLst>
          </p:cNvPr>
          <p:cNvPicPr>
            <a:picLocks noChangeAspect="1"/>
          </p:cNvPicPr>
          <p:nvPr/>
        </p:nvPicPr>
        <p:blipFill rotWithShape="1">
          <a:blip r:embed="rId2"/>
          <a:srcRect l="2127" t="2534" r="720"/>
          <a:stretch/>
        </p:blipFill>
        <p:spPr>
          <a:xfrm>
            <a:off x="704087" y="118872"/>
            <a:ext cx="10515601" cy="6684264"/>
          </a:xfrm>
          <a:prstGeom prst="rect">
            <a:avLst/>
          </a:prstGeom>
        </p:spPr>
      </p:pic>
    </p:spTree>
    <p:extLst>
      <p:ext uri="{BB962C8B-B14F-4D97-AF65-F5344CB8AC3E}">
        <p14:creationId xmlns:p14="http://schemas.microsoft.com/office/powerpoint/2010/main" val="506082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3E6B12-1843-7598-A78D-99AAC97BE8F2}"/>
              </a:ext>
            </a:extLst>
          </p:cNvPr>
          <p:cNvSpPr>
            <a:spLocks noGrp="1"/>
          </p:cNvSpPr>
          <p:nvPr>
            <p:ph type="title"/>
          </p:nvPr>
        </p:nvSpPr>
        <p:spPr>
          <a:xfrm>
            <a:off x="838200" y="203200"/>
            <a:ext cx="10515600" cy="1325563"/>
          </a:xfrm>
        </p:spPr>
        <p:txBody>
          <a:bodyPr>
            <a:normAutofit/>
          </a:bodyPr>
          <a:lstStyle/>
          <a:p>
            <a:pPr algn="ctr"/>
            <a:r>
              <a:rPr lang="en-US" b="1" dirty="0">
                <a:solidFill>
                  <a:srgbClr val="131314"/>
                </a:solidFill>
                <a:effectLst/>
                <a:latin typeface="Google Sans"/>
              </a:rPr>
              <a:t>How do Transformer models process language?</a:t>
            </a:r>
            <a:endParaRPr lang="es-MX" b="1" dirty="0"/>
          </a:p>
        </p:txBody>
      </p:sp>
      <p:sp>
        <p:nvSpPr>
          <p:cNvPr id="3" name="Marcador de contenido 2">
            <a:extLst>
              <a:ext uri="{FF2B5EF4-FFF2-40B4-BE49-F238E27FC236}">
                <a16:creationId xmlns:a16="http://schemas.microsoft.com/office/drawing/2014/main" id="{57BBF128-EED2-5AAA-6D5B-81F31DE913D2}"/>
              </a:ext>
            </a:extLst>
          </p:cNvPr>
          <p:cNvSpPr>
            <a:spLocks noGrp="1"/>
          </p:cNvSpPr>
          <p:nvPr>
            <p:ph idx="1"/>
          </p:nvPr>
        </p:nvSpPr>
        <p:spPr/>
        <p:txBody>
          <a:bodyPr/>
          <a:lstStyle/>
          <a:p>
            <a:pPr marL="0" indent="0" algn="just">
              <a:buNone/>
            </a:pPr>
            <a:r>
              <a:rPr lang="en-US" b="0" i="0" dirty="0">
                <a:solidFill>
                  <a:srgbClr val="131314"/>
                </a:solidFill>
                <a:effectLst/>
                <a:latin typeface="Google Sans Text"/>
              </a:rPr>
              <a:t>Revolutionized sequence processing by a mechanism called "self-attention." Older models (RNNs) process tokens sequentially, </a:t>
            </a:r>
          </a:p>
          <a:p>
            <a:pPr marL="0" indent="0" algn="just">
              <a:buNone/>
            </a:pPr>
            <a:endParaRPr lang="en-US" dirty="0">
              <a:solidFill>
                <a:srgbClr val="131314"/>
              </a:solidFill>
              <a:latin typeface="Google Sans Text"/>
            </a:endParaRPr>
          </a:p>
          <a:p>
            <a:pPr marL="0" indent="0" algn="just">
              <a:buNone/>
            </a:pPr>
            <a:r>
              <a:rPr lang="en-US" b="0" i="0" dirty="0">
                <a:solidFill>
                  <a:srgbClr val="131314"/>
                </a:solidFill>
                <a:effectLst/>
                <a:latin typeface="Google Sans Text"/>
              </a:rPr>
              <a:t>It can process entire sequences in parallel, allowing them to model “long-term contexts" more effectively and speed up training.</a:t>
            </a:r>
          </a:p>
          <a:p>
            <a:pPr marL="0" indent="0" algn="just">
              <a:buNone/>
            </a:pPr>
            <a:endParaRPr lang="en-US" dirty="0">
              <a:solidFill>
                <a:srgbClr val="131314"/>
              </a:solidFill>
              <a:latin typeface="Google Sans Text"/>
            </a:endParaRPr>
          </a:p>
          <a:p>
            <a:pPr marL="0" indent="0" algn="just">
              <a:buNone/>
            </a:pPr>
            <a:r>
              <a:rPr lang="en-US" b="0" i="0" dirty="0">
                <a:solidFill>
                  <a:srgbClr val="131314"/>
                </a:solidFill>
                <a:effectLst/>
                <a:latin typeface="Google Sans Text"/>
              </a:rPr>
              <a:t>“Multi-head attention" module (the "self-attention" mechanism) generates three specialized vectors: a "query" (Q), a "key" (K), and a "value" (V) for each input word (token).</a:t>
            </a:r>
            <a:endParaRPr lang="es-MX" dirty="0"/>
          </a:p>
        </p:txBody>
      </p:sp>
    </p:spTree>
    <p:extLst>
      <p:ext uri="{BB962C8B-B14F-4D97-AF65-F5344CB8AC3E}">
        <p14:creationId xmlns:p14="http://schemas.microsoft.com/office/powerpoint/2010/main" val="654776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556C0EA-7E01-13B9-3822-3B63F03F1CAD}"/>
              </a:ext>
            </a:extLst>
          </p:cNvPr>
          <p:cNvSpPr>
            <a:spLocks noGrp="1"/>
          </p:cNvSpPr>
          <p:nvPr>
            <p:ph idx="1"/>
          </p:nvPr>
        </p:nvSpPr>
        <p:spPr>
          <a:xfrm>
            <a:off x="838200" y="1063625"/>
            <a:ext cx="10515600" cy="4351338"/>
          </a:xfrm>
        </p:spPr>
        <p:txBody>
          <a:bodyPr/>
          <a:lstStyle/>
          <a:p>
            <a:pPr algn="l">
              <a:buFont typeface="+mj-lt"/>
              <a:buAutoNum type="arabicPeriod"/>
            </a:pPr>
            <a:r>
              <a:rPr lang="en-US" b="1" i="0" dirty="0">
                <a:solidFill>
                  <a:srgbClr val="131314"/>
                </a:solidFill>
                <a:effectLst/>
                <a:latin typeface="Google Sans Text"/>
              </a:rPr>
              <a:t>Query</a:t>
            </a:r>
            <a:r>
              <a:rPr lang="en-US" b="0" i="0" dirty="0">
                <a:solidFill>
                  <a:srgbClr val="131314"/>
                </a:solidFill>
                <a:effectLst/>
                <a:latin typeface="Google Sans Text"/>
              </a:rPr>
              <a:t> help the model ask which other words are relevant.</a:t>
            </a:r>
          </a:p>
          <a:p>
            <a:pPr algn="l">
              <a:buFont typeface="+mj-lt"/>
              <a:buAutoNum type="arabicPeriod"/>
            </a:pPr>
            <a:r>
              <a:rPr lang="en-US" b="1" i="0" dirty="0">
                <a:solidFill>
                  <a:srgbClr val="131314"/>
                </a:solidFill>
                <a:effectLst/>
                <a:latin typeface="Google Sans Text"/>
              </a:rPr>
              <a:t>Key</a:t>
            </a:r>
            <a:r>
              <a:rPr lang="en-US" b="0" i="0" dirty="0">
                <a:solidFill>
                  <a:srgbClr val="131314"/>
                </a:solidFill>
                <a:effectLst/>
                <a:latin typeface="Google Sans Text"/>
              </a:rPr>
              <a:t> act as labels to identify how a word might be relevant to others.</a:t>
            </a:r>
          </a:p>
          <a:p>
            <a:pPr algn="l">
              <a:buFont typeface="+mj-lt"/>
              <a:buAutoNum type="arabicPeriod"/>
            </a:pPr>
            <a:r>
              <a:rPr lang="en-US" b="1" i="0" dirty="0">
                <a:solidFill>
                  <a:srgbClr val="131314"/>
                </a:solidFill>
                <a:effectLst/>
                <a:latin typeface="Google Sans Text"/>
              </a:rPr>
              <a:t>Value</a:t>
            </a:r>
            <a:r>
              <a:rPr lang="en-US" b="0" i="0" dirty="0">
                <a:solidFill>
                  <a:srgbClr val="131314"/>
                </a:solidFill>
                <a:effectLst/>
                <a:latin typeface="Google Sans Text"/>
              </a:rPr>
              <a:t> hold the actual content information of the word.</a:t>
            </a:r>
          </a:p>
          <a:p>
            <a:pPr marL="0" indent="0" algn="just">
              <a:buNone/>
            </a:pPr>
            <a:endParaRPr lang="es-MX" dirty="0"/>
          </a:p>
          <a:p>
            <a:pPr marL="0" indent="0" algn="just">
              <a:buNone/>
            </a:pPr>
            <a:r>
              <a:rPr lang="en-US" b="0" i="0" dirty="0">
                <a:solidFill>
                  <a:srgbClr val="131314"/>
                </a:solidFill>
                <a:effectLst/>
                <a:latin typeface="Google Sans Text"/>
              </a:rPr>
              <a:t>"Scores" are calculated by the dot product of a word's query vector with the key vectors of all other words in the sequence. </a:t>
            </a:r>
          </a:p>
          <a:p>
            <a:pPr marL="0" indent="0" algn="just">
              <a:buNone/>
            </a:pPr>
            <a:endParaRPr lang="en-US" dirty="0">
              <a:solidFill>
                <a:srgbClr val="131314"/>
              </a:solidFill>
              <a:latin typeface="Google Sans Text"/>
            </a:endParaRPr>
          </a:p>
          <a:p>
            <a:pPr marL="0" indent="0" algn="just">
              <a:buNone/>
            </a:pPr>
            <a:r>
              <a:rPr lang="en-US" b="0" i="0" dirty="0">
                <a:solidFill>
                  <a:srgbClr val="131314"/>
                </a:solidFill>
                <a:effectLst/>
                <a:latin typeface="Google Sans Text"/>
              </a:rPr>
              <a:t>Scores are then normalized using a </a:t>
            </a:r>
            <a:r>
              <a:rPr lang="en-US" b="0" i="0" dirty="0" err="1">
                <a:solidFill>
                  <a:srgbClr val="131314"/>
                </a:solidFill>
                <a:effectLst/>
                <a:latin typeface="Google Sans Text"/>
              </a:rPr>
              <a:t>softmax</a:t>
            </a:r>
            <a:r>
              <a:rPr lang="en-US" b="0" i="0" dirty="0">
                <a:solidFill>
                  <a:srgbClr val="131314"/>
                </a:solidFill>
                <a:effectLst/>
                <a:latin typeface="Google Sans Text"/>
              </a:rPr>
              <a:t> to produce "attention weights," which indicate the strength of connection between words.</a:t>
            </a:r>
            <a:endParaRPr lang="es-MX" dirty="0"/>
          </a:p>
        </p:txBody>
      </p:sp>
    </p:spTree>
    <p:extLst>
      <p:ext uri="{BB962C8B-B14F-4D97-AF65-F5344CB8AC3E}">
        <p14:creationId xmlns:p14="http://schemas.microsoft.com/office/powerpoint/2010/main" val="25545405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8B971-9502-B928-8BCC-798AD1DFD365}"/>
              </a:ext>
            </a:extLst>
          </p:cNvPr>
          <p:cNvSpPr>
            <a:spLocks noGrp="1"/>
          </p:cNvSpPr>
          <p:nvPr>
            <p:ph idx="1"/>
          </p:nvPr>
        </p:nvSpPr>
        <p:spPr/>
        <p:txBody>
          <a:bodyPr/>
          <a:lstStyle/>
          <a:p>
            <a:pPr marL="0" indent="0" algn="just">
              <a:buNone/>
            </a:pPr>
            <a:r>
              <a:rPr lang="en-US" b="0" i="0" dirty="0">
                <a:solidFill>
                  <a:srgbClr val="131314"/>
                </a:solidFill>
                <a:effectLst/>
                <a:latin typeface="Google Sans Text"/>
              </a:rPr>
              <a:t>Finally, each value vector is multiplied by its corresponding attention weight, and the results are summed up to create a "context-aware representation" for each word. </a:t>
            </a:r>
          </a:p>
          <a:p>
            <a:pPr marL="0" indent="0" algn="just">
              <a:buNone/>
            </a:pPr>
            <a:endParaRPr lang="en-US" dirty="0">
              <a:solidFill>
                <a:srgbClr val="131314"/>
              </a:solidFill>
              <a:latin typeface="Google Sans Text"/>
            </a:endParaRPr>
          </a:p>
          <a:p>
            <a:pPr marL="0" indent="0" algn="just">
              <a:buNone/>
            </a:pPr>
            <a:r>
              <a:rPr lang="en-US" b="0" i="0" dirty="0">
                <a:solidFill>
                  <a:srgbClr val="131314"/>
                </a:solidFill>
                <a:effectLst/>
                <a:latin typeface="Google Sans Text"/>
              </a:rPr>
              <a:t>This mechanism allows the model to dynamically focus on relevant parts of the input, like understanding that "it" in a sentence refers to the subject i.e. "the cat"</a:t>
            </a:r>
            <a:endParaRPr lang="es-MX" dirty="0"/>
          </a:p>
        </p:txBody>
      </p:sp>
    </p:spTree>
    <p:extLst>
      <p:ext uri="{BB962C8B-B14F-4D97-AF65-F5344CB8AC3E}">
        <p14:creationId xmlns:p14="http://schemas.microsoft.com/office/powerpoint/2010/main" val="25263191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F21AF9D-ECB0-F90B-3E26-F321ECCE40E0}"/>
              </a:ext>
            </a:extLst>
          </p:cNvPr>
          <p:cNvPicPr>
            <a:picLocks noChangeAspect="1"/>
          </p:cNvPicPr>
          <p:nvPr/>
        </p:nvPicPr>
        <p:blipFill>
          <a:blip r:embed="rId2"/>
          <a:stretch>
            <a:fillRect/>
          </a:stretch>
        </p:blipFill>
        <p:spPr>
          <a:xfrm>
            <a:off x="128016" y="365125"/>
            <a:ext cx="12192000" cy="6575710"/>
          </a:xfrm>
          <a:prstGeom prst="rect">
            <a:avLst/>
          </a:prstGeom>
        </p:spPr>
      </p:pic>
    </p:spTree>
    <p:extLst>
      <p:ext uri="{BB962C8B-B14F-4D97-AF65-F5344CB8AC3E}">
        <p14:creationId xmlns:p14="http://schemas.microsoft.com/office/powerpoint/2010/main" val="6083711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184D13-1A44-C8B6-726F-0CA87254298E}"/>
              </a:ext>
            </a:extLst>
          </p:cNvPr>
          <p:cNvSpPr>
            <a:spLocks noGrp="1"/>
          </p:cNvSpPr>
          <p:nvPr>
            <p:ph type="title"/>
          </p:nvPr>
        </p:nvSpPr>
        <p:spPr/>
        <p:txBody>
          <a:bodyPr/>
          <a:lstStyle/>
          <a:p>
            <a:r>
              <a:rPr lang="es-CO" dirty="0"/>
              <a:t>Sub </a:t>
            </a:r>
            <a:r>
              <a:rPr lang="es-CO" dirty="0" err="1"/>
              <a:t>word</a:t>
            </a:r>
            <a:r>
              <a:rPr lang="es-CO" dirty="0"/>
              <a:t> and Multi </a:t>
            </a:r>
            <a:r>
              <a:rPr lang="es-CO" dirty="0" err="1"/>
              <a:t>words</a:t>
            </a:r>
            <a:r>
              <a:rPr lang="es-CO" dirty="0"/>
              <a:t> tokens</a:t>
            </a:r>
          </a:p>
        </p:txBody>
      </p:sp>
      <p:sp>
        <p:nvSpPr>
          <p:cNvPr id="3" name="Marcador de contenido 2">
            <a:extLst>
              <a:ext uri="{FF2B5EF4-FFF2-40B4-BE49-F238E27FC236}">
                <a16:creationId xmlns:a16="http://schemas.microsoft.com/office/drawing/2014/main" id="{5D28018A-1BBE-B7D7-A847-8938FFEA06DF}"/>
              </a:ext>
            </a:extLst>
          </p:cNvPr>
          <p:cNvSpPr>
            <a:spLocks noGrp="1"/>
          </p:cNvSpPr>
          <p:nvPr>
            <p:ph idx="1"/>
          </p:nvPr>
        </p:nvSpPr>
        <p:spPr>
          <a:xfrm>
            <a:off x="847725" y="1731962"/>
            <a:ext cx="10515600" cy="4351338"/>
          </a:xfrm>
        </p:spPr>
        <p:txBody>
          <a:bodyPr/>
          <a:lstStyle/>
          <a:p>
            <a:pPr marL="0" indent="0" algn="just">
              <a:buNone/>
            </a:pPr>
            <a:r>
              <a:rPr lang="en-US" b="0" i="0" dirty="0">
                <a:solidFill>
                  <a:srgbClr val="242424"/>
                </a:solidFill>
                <a:effectLst/>
                <a:highlight>
                  <a:srgbClr val="FFFFFF"/>
                </a:highlight>
                <a:latin typeface="source-serif-pro"/>
              </a:rPr>
              <a:t>sub-word tokenization breaks down a word into smaller parts like its root, prefix, suffix, and other linguistic elements. </a:t>
            </a:r>
          </a:p>
          <a:p>
            <a:pPr marL="0" indent="0" algn="just">
              <a:buNone/>
            </a:pPr>
            <a:endParaRPr lang="en-US" dirty="0">
              <a:solidFill>
                <a:srgbClr val="242424"/>
              </a:solidFill>
              <a:highlight>
                <a:srgbClr val="FFFFFF"/>
              </a:highlight>
              <a:latin typeface="source-serif-pro"/>
            </a:endParaRPr>
          </a:p>
          <a:p>
            <a:pPr marL="0" indent="0" algn="just">
              <a:buNone/>
            </a:pPr>
            <a:r>
              <a:rPr lang="en-US" b="0" i="0" dirty="0">
                <a:solidFill>
                  <a:srgbClr val="242424"/>
                </a:solidFill>
                <a:effectLst/>
                <a:highlight>
                  <a:srgbClr val="FFFFFF"/>
                </a:highlight>
                <a:latin typeface="source-serif-pro"/>
              </a:rPr>
              <a:t>For example, the word “tiresome” can be split into “tire” and “some,” while “tired” can be divided into “tire” and “d.” By doing this, we can recognize that “tiresome” and “tired” share the same root and have a similar derivation. (Wang, 2023)</a:t>
            </a:r>
            <a:endParaRPr lang="es-CO" dirty="0"/>
          </a:p>
        </p:txBody>
      </p:sp>
    </p:spTree>
    <p:extLst>
      <p:ext uri="{BB962C8B-B14F-4D97-AF65-F5344CB8AC3E}">
        <p14:creationId xmlns:p14="http://schemas.microsoft.com/office/powerpoint/2010/main" val="35831518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C4E5EE-858D-204F-6102-0924AA043DAC}"/>
              </a:ext>
            </a:extLst>
          </p:cNvPr>
          <p:cNvSpPr>
            <a:spLocks noGrp="1"/>
          </p:cNvSpPr>
          <p:nvPr>
            <p:ph type="title"/>
          </p:nvPr>
        </p:nvSpPr>
        <p:spPr/>
        <p:txBody>
          <a:bodyPr/>
          <a:lstStyle/>
          <a:p>
            <a:r>
              <a:rPr lang="es-CO" dirty="0" err="1"/>
              <a:t>Tokenization</a:t>
            </a:r>
            <a:r>
              <a:rPr lang="es-CO" dirty="0"/>
              <a:t> (</a:t>
            </a:r>
            <a:r>
              <a:rPr lang="es-MX" b="1" dirty="0"/>
              <a:t>Byte </a:t>
            </a:r>
            <a:r>
              <a:rPr lang="es-MX" b="1" dirty="0" err="1"/>
              <a:t>Pair</a:t>
            </a:r>
            <a:r>
              <a:rPr lang="es-MX" b="1" dirty="0"/>
              <a:t> </a:t>
            </a:r>
            <a:r>
              <a:rPr lang="es-MX" b="1" dirty="0" err="1"/>
              <a:t>Encoding</a:t>
            </a:r>
            <a:r>
              <a:rPr lang="es-MX" b="1" dirty="0"/>
              <a:t> (BPE)</a:t>
            </a:r>
            <a:r>
              <a:rPr lang="es-CO" dirty="0"/>
              <a:t>)</a:t>
            </a:r>
            <a:endParaRPr lang="es-MX" dirty="0"/>
          </a:p>
        </p:txBody>
      </p:sp>
      <p:sp>
        <p:nvSpPr>
          <p:cNvPr id="3" name="Marcador de contenido 2">
            <a:extLst>
              <a:ext uri="{FF2B5EF4-FFF2-40B4-BE49-F238E27FC236}">
                <a16:creationId xmlns:a16="http://schemas.microsoft.com/office/drawing/2014/main" id="{B6D49912-C7E3-6C8C-95B1-A8A3296095AC}"/>
              </a:ext>
            </a:extLst>
          </p:cNvPr>
          <p:cNvSpPr>
            <a:spLocks noGrp="1"/>
          </p:cNvSpPr>
          <p:nvPr>
            <p:ph idx="1"/>
          </p:nvPr>
        </p:nvSpPr>
        <p:spPr/>
        <p:txBody>
          <a:bodyPr/>
          <a:lstStyle/>
          <a:p>
            <a:pPr marL="0" indent="0">
              <a:buNone/>
            </a:pPr>
            <a:r>
              <a:rPr lang="en-US" dirty="0" err="1"/>
              <a:t>Subword</a:t>
            </a:r>
            <a:r>
              <a:rPr lang="en-US" dirty="0"/>
              <a:t> tokenization</a:t>
            </a:r>
          </a:p>
          <a:p>
            <a:pPr marL="0" indent="0">
              <a:buNone/>
            </a:pPr>
            <a:endParaRPr lang="en-US" dirty="0"/>
          </a:p>
          <a:p>
            <a:r>
              <a:rPr lang="en-US" dirty="0"/>
              <a:t>Begins with a vocabulary of </a:t>
            </a:r>
            <a:r>
              <a:rPr lang="en-US" b="1" dirty="0"/>
              <a:t>single characters</a:t>
            </a:r>
            <a:r>
              <a:rPr lang="en-US" dirty="0"/>
              <a:t> as the base units.</a:t>
            </a:r>
          </a:p>
          <a:p>
            <a:r>
              <a:rPr lang="en-US" dirty="0"/>
              <a:t>Iteratively merges the </a:t>
            </a:r>
            <a:r>
              <a:rPr lang="en-US" b="1" dirty="0"/>
              <a:t>most frequent pairs of tokens</a:t>
            </a:r>
            <a:r>
              <a:rPr lang="en-US" dirty="0"/>
              <a:t> to form new tokens.</a:t>
            </a:r>
          </a:p>
          <a:p>
            <a:r>
              <a:rPr lang="en-US" dirty="0"/>
              <a:t>This merging continues until the tokenizer reaches a </a:t>
            </a:r>
            <a:r>
              <a:rPr lang="en-US" b="1" dirty="0"/>
              <a:t>predefined vocabulary size</a:t>
            </a:r>
            <a:r>
              <a:rPr lang="en-US" dirty="0"/>
              <a:t>.</a:t>
            </a:r>
          </a:p>
          <a:p>
            <a:r>
              <a:rPr lang="en-US" dirty="0"/>
              <a:t>Known for being simple and effective, and widely adopted in models like GPT and </a:t>
            </a:r>
            <a:r>
              <a:rPr lang="en-US" dirty="0" err="1"/>
              <a:t>RoBERTa</a:t>
            </a:r>
            <a:r>
              <a:rPr lang="en-US" dirty="0"/>
              <a:t>.</a:t>
            </a:r>
            <a:endParaRPr lang="es-MX" dirty="0"/>
          </a:p>
        </p:txBody>
      </p:sp>
    </p:spTree>
    <p:extLst>
      <p:ext uri="{BB962C8B-B14F-4D97-AF65-F5344CB8AC3E}">
        <p14:creationId xmlns:p14="http://schemas.microsoft.com/office/powerpoint/2010/main" val="15158012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6BCB15-AA8A-09E4-2794-48B503614529}"/>
              </a:ext>
            </a:extLst>
          </p:cNvPr>
          <p:cNvSpPr>
            <a:spLocks noGrp="1"/>
          </p:cNvSpPr>
          <p:nvPr>
            <p:ph type="title"/>
          </p:nvPr>
        </p:nvSpPr>
        <p:spPr/>
        <p:txBody>
          <a:bodyPr/>
          <a:lstStyle/>
          <a:p>
            <a:r>
              <a:rPr lang="es-MX" b="1" dirty="0" err="1"/>
              <a:t>Unigram</a:t>
            </a:r>
            <a:r>
              <a:rPr lang="es-MX" b="1" dirty="0"/>
              <a:t> </a:t>
            </a:r>
            <a:r>
              <a:rPr lang="es-MX" b="1" dirty="0" err="1"/>
              <a:t>Language</a:t>
            </a:r>
            <a:r>
              <a:rPr lang="es-MX" b="1" dirty="0"/>
              <a:t> </a:t>
            </a:r>
            <a:r>
              <a:rPr lang="es-MX" b="1" dirty="0" err="1"/>
              <a:t>Model</a:t>
            </a:r>
            <a:endParaRPr lang="es-MX" dirty="0"/>
          </a:p>
        </p:txBody>
      </p:sp>
      <p:sp>
        <p:nvSpPr>
          <p:cNvPr id="3" name="Marcador de contenido 2">
            <a:extLst>
              <a:ext uri="{FF2B5EF4-FFF2-40B4-BE49-F238E27FC236}">
                <a16:creationId xmlns:a16="http://schemas.microsoft.com/office/drawing/2014/main" id="{68024196-AC29-DB1C-8BC3-6E9590F30489}"/>
              </a:ext>
            </a:extLst>
          </p:cNvPr>
          <p:cNvSpPr>
            <a:spLocks noGrp="1"/>
          </p:cNvSpPr>
          <p:nvPr>
            <p:ph idx="1"/>
          </p:nvPr>
        </p:nvSpPr>
        <p:spPr/>
        <p:txBody>
          <a:bodyPr>
            <a:normAutofit lnSpcReduction="10000"/>
          </a:bodyPr>
          <a:lstStyle/>
          <a:p>
            <a:pPr marL="0" indent="0">
              <a:buNone/>
            </a:pPr>
            <a:r>
              <a:rPr lang="en-US" dirty="0"/>
              <a:t>the unigrams: [“Read”, “this”, “sentence”, “for”, “me”]. Here are all the bigrams: [“Read this”, “this sentence”, “sentence for”, “for me”, ”Read”, “this”, “sentence”, “for”, “me”].</a:t>
            </a:r>
          </a:p>
          <a:p>
            <a:endParaRPr lang="en-US" dirty="0"/>
          </a:p>
          <a:p>
            <a:r>
              <a:rPr lang="en-US" dirty="0"/>
              <a:t>Starts from the </a:t>
            </a:r>
            <a:r>
              <a:rPr lang="en-US" b="1" dirty="0"/>
              <a:t>entire corpus vocabulary</a:t>
            </a:r>
            <a:r>
              <a:rPr lang="en-US" dirty="0"/>
              <a:t>, including all words and possible </a:t>
            </a:r>
            <a:r>
              <a:rPr lang="en-US" dirty="0" err="1"/>
              <a:t>subwords</a:t>
            </a:r>
            <a:r>
              <a:rPr lang="en-US" dirty="0"/>
              <a:t>.</a:t>
            </a:r>
          </a:p>
          <a:p>
            <a:r>
              <a:rPr lang="en-US" dirty="0"/>
              <a:t>Then progressively </a:t>
            </a:r>
            <a:r>
              <a:rPr lang="en-US" b="1" dirty="0"/>
              <a:t>removes or splits</a:t>
            </a:r>
            <a:r>
              <a:rPr lang="en-US" dirty="0"/>
              <a:t> tokens that contribute least to performance.</a:t>
            </a:r>
          </a:p>
          <a:p>
            <a:r>
              <a:rPr lang="en-US" dirty="0"/>
              <a:t>Continues pruning until the </a:t>
            </a:r>
            <a:r>
              <a:rPr lang="en-US" b="1" dirty="0"/>
              <a:t>target vocabulary size</a:t>
            </a:r>
            <a:r>
              <a:rPr lang="en-US" dirty="0"/>
              <a:t> is reached.</a:t>
            </a:r>
          </a:p>
          <a:p>
            <a:r>
              <a:rPr lang="en-US" dirty="0"/>
              <a:t>Often performs better with diverse text types</a:t>
            </a:r>
          </a:p>
        </p:txBody>
      </p:sp>
    </p:spTree>
    <p:extLst>
      <p:ext uri="{BB962C8B-B14F-4D97-AF65-F5344CB8AC3E}">
        <p14:creationId xmlns:p14="http://schemas.microsoft.com/office/powerpoint/2010/main" val="21554309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D7CC78-216E-6FB8-24F7-AC4827DBFE86}"/>
              </a:ext>
            </a:extLst>
          </p:cNvPr>
          <p:cNvSpPr>
            <a:spLocks noGrp="1"/>
          </p:cNvSpPr>
          <p:nvPr>
            <p:ph type="title"/>
          </p:nvPr>
        </p:nvSpPr>
        <p:spPr/>
        <p:txBody>
          <a:bodyPr/>
          <a:lstStyle/>
          <a:p>
            <a:r>
              <a:rPr lang="es-MX" b="1" dirty="0" err="1"/>
              <a:t>WordPiece</a:t>
            </a:r>
            <a:endParaRPr lang="es-MX" dirty="0"/>
          </a:p>
        </p:txBody>
      </p:sp>
      <p:sp>
        <p:nvSpPr>
          <p:cNvPr id="3" name="Marcador de contenido 2">
            <a:extLst>
              <a:ext uri="{FF2B5EF4-FFF2-40B4-BE49-F238E27FC236}">
                <a16:creationId xmlns:a16="http://schemas.microsoft.com/office/drawing/2014/main" id="{81BF92D0-82B7-444E-D67D-9FA2514D51C2}"/>
              </a:ext>
            </a:extLst>
          </p:cNvPr>
          <p:cNvSpPr>
            <a:spLocks noGrp="1"/>
          </p:cNvSpPr>
          <p:nvPr>
            <p:ph idx="1"/>
          </p:nvPr>
        </p:nvSpPr>
        <p:spPr/>
        <p:txBody>
          <a:bodyPr/>
          <a:lstStyle/>
          <a:p>
            <a:r>
              <a:rPr lang="en-US" dirty="0"/>
              <a:t>A predecessor to Unigram, used in BERT.</a:t>
            </a:r>
          </a:p>
          <a:p>
            <a:r>
              <a:rPr lang="en-US" dirty="0"/>
              <a:t>Focuses on </a:t>
            </a:r>
            <a:r>
              <a:rPr lang="en-US" b="1" dirty="0"/>
              <a:t>maximizing the likelihood of the training data</a:t>
            </a:r>
            <a:r>
              <a:rPr lang="en-US" dirty="0"/>
              <a:t> using a fixed vocabulary.</a:t>
            </a:r>
          </a:p>
          <a:p>
            <a:r>
              <a:rPr lang="en-US" dirty="0"/>
              <a:t>The official implementation by Google was </a:t>
            </a:r>
            <a:r>
              <a:rPr lang="en-US" b="1" dirty="0"/>
              <a:t>never open-sourced</a:t>
            </a:r>
            <a:r>
              <a:rPr lang="en-US" dirty="0"/>
              <a:t>, but alternatives exist.</a:t>
            </a:r>
          </a:p>
          <a:p>
            <a:pPr marL="0" indent="0">
              <a:buNone/>
            </a:pPr>
            <a:endParaRPr lang="es-MX" dirty="0"/>
          </a:p>
        </p:txBody>
      </p:sp>
    </p:spTree>
    <p:extLst>
      <p:ext uri="{BB962C8B-B14F-4D97-AF65-F5344CB8AC3E}">
        <p14:creationId xmlns:p14="http://schemas.microsoft.com/office/powerpoint/2010/main" val="6694602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666A7C-054A-CAA8-548A-080936A92B69}"/>
              </a:ext>
            </a:extLst>
          </p:cNvPr>
          <p:cNvSpPr>
            <a:spLocks noGrp="1"/>
          </p:cNvSpPr>
          <p:nvPr>
            <p:ph type="title"/>
          </p:nvPr>
        </p:nvSpPr>
        <p:spPr/>
        <p:txBody>
          <a:bodyPr/>
          <a:lstStyle/>
          <a:p>
            <a:r>
              <a:rPr lang="es-MX" b="1" dirty="0"/>
              <a:t>Comparative </a:t>
            </a:r>
            <a:r>
              <a:rPr lang="es-MX" b="1" dirty="0" err="1"/>
              <a:t>Insights</a:t>
            </a:r>
            <a:endParaRPr lang="es-MX" dirty="0"/>
          </a:p>
        </p:txBody>
      </p:sp>
      <p:sp>
        <p:nvSpPr>
          <p:cNvPr id="3" name="Marcador de contenido 2">
            <a:extLst>
              <a:ext uri="{FF2B5EF4-FFF2-40B4-BE49-F238E27FC236}">
                <a16:creationId xmlns:a16="http://schemas.microsoft.com/office/drawing/2014/main" id="{2927B55C-B1A4-939D-3A2C-1DCAD2F28FBB}"/>
              </a:ext>
            </a:extLst>
          </p:cNvPr>
          <p:cNvSpPr>
            <a:spLocks noGrp="1"/>
          </p:cNvSpPr>
          <p:nvPr>
            <p:ph idx="1"/>
          </p:nvPr>
        </p:nvSpPr>
        <p:spPr/>
        <p:txBody>
          <a:bodyPr/>
          <a:lstStyle/>
          <a:p>
            <a:r>
              <a:rPr lang="en-US" b="1" dirty="0"/>
              <a:t>No single algorithm is universally superior</a:t>
            </a:r>
            <a:r>
              <a:rPr lang="en-US" dirty="0"/>
              <a:t>; performance depends on the dataset and task.</a:t>
            </a:r>
          </a:p>
          <a:p>
            <a:r>
              <a:rPr lang="en-US" b="1" dirty="0"/>
              <a:t>BPE</a:t>
            </a:r>
            <a:r>
              <a:rPr lang="en-US" dirty="0"/>
              <a:t> and </a:t>
            </a:r>
            <a:r>
              <a:rPr lang="en-US" b="1" dirty="0"/>
              <a:t>Unigram</a:t>
            </a:r>
            <a:r>
              <a:rPr lang="en-US" dirty="0"/>
              <a:t> generally offer </a:t>
            </a:r>
            <a:r>
              <a:rPr lang="en-US" b="1" dirty="0"/>
              <a:t>strong and consistent results</a:t>
            </a:r>
            <a:r>
              <a:rPr lang="en-US" dirty="0"/>
              <a:t> across many scenarios.</a:t>
            </a:r>
          </a:p>
          <a:p>
            <a:pPr marL="0" indent="0">
              <a:buNone/>
            </a:pPr>
            <a:endParaRPr lang="en-US" dirty="0"/>
          </a:p>
          <a:p>
            <a:pPr marL="0" indent="0">
              <a:buNone/>
            </a:pPr>
            <a:r>
              <a:rPr lang="en-US" dirty="0"/>
              <a:t>evaluation criteria include:</a:t>
            </a:r>
          </a:p>
          <a:p>
            <a:r>
              <a:rPr lang="en-US" dirty="0"/>
              <a:t>Token efficiency (fewer tokens per sentence)</a:t>
            </a:r>
          </a:p>
          <a:p>
            <a:r>
              <a:rPr lang="en-US" dirty="0"/>
              <a:t>Handling of domain-specific words</a:t>
            </a:r>
          </a:p>
          <a:p>
            <a:r>
              <a:rPr lang="en-US" dirty="0"/>
              <a:t>Vocabulary adaptability, language and size</a:t>
            </a:r>
          </a:p>
          <a:p>
            <a:pPr marL="0" indent="0">
              <a:buNone/>
            </a:pPr>
            <a:endParaRPr lang="es-MX" dirty="0"/>
          </a:p>
        </p:txBody>
      </p:sp>
    </p:spTree>
    <p:extLst>
      <p:ext uri="{BB962C8B-B14F-4D97-AF65-F5344CB8AC3E}">
        <p14:creationId xmlns:p14="http://schemas.microsoft.com/office/powerpoint/2010/main" val="36579700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DE0F9A-2CB9-CB1C-ECE3-D778459C5A2C}"/>
              </a:ext>
            </a:extLst>
          </p:cNvPr>
          <p:cNvSpPr>
            <a:spLocks noGrp="1"/>
          </p:cNvSpPr>
          <p:nvPr>
            <p:ph type="title"/>
          </p:nvPr>
        </p:nvSpPr>
        <p:spPr/>
        <p:txBody>
          <a:bodyPr/>
          <a:lstStyle/>
          <a:p>
            <a:r>
              <a:rPr lang="es-CO" b="1" dirty="0" err="1"/>
              <a:t>Types</a:t>
            </a:r>
            <a:r>
              <a:rPr lang="es-CO" b="1" dirty="0"/>
              <a:t> </a:t>
            </a:r>
            <a:r>
              <a:rPr lang="es-CO" b="1" dirty="0" err="1"/>
              <a:t>of</a:t>
            </a:r>
            <a:r>
              <a:rPr lang="es-CO" b="1" dirty="0"/>
              <a:t> </a:t>
            </a:r>
            <a:r>
              <a:rPr lang="es-CO" b="1" dirty="0" err="1"/>
              <a:t>Pre-training</a:t>
            </a:r>
            <a:r>
              <a:rPr lang="es-CO" b="1" dirty="0"/>
              <a:t> </a:t>
            </a:r>
            <a:r>
              <a:rPr lang="es-CO" b="1" dirty="0" err="1"/>
              <a:t>of</a:t>
            </a:r>
            <a:r>
              <a:rPr lang="es-CO" b="1" dirty="0"/>
              <a:t> </a:t>
            </a:r>
            <a:r>
              <a:rPr lang="es-CO" b="1" dirty="0" err="1"/>
              <a:t>LLMs</a:t>
            </a:r>
            <a:endParaRPr lang="es-MX" b="1" dirty="0"/>
          </a:p>
        </p:txBody>
      </p:sp>
      <p:sp>
        <p:nvSpPr>
          <p:cNvPr id="3" name="Marcador de contenido 2">
            <a:extLst>
              <a:ext uri="{FF2B5EF4-FFF2-40B4-BE49-F238E27FC236}">
                <a16:creationId xmlns:a16="http://schemas.microsoft.com/office/drawing/2014/main" id="{C6F1EFAF-ECE0-9DCE-A101-7B53C49921B3}"/>
              </a:ext>
            </a:extLst>
          </p:cNvPr>
          <p:cNvSpPr>
            <a:spLocks noGrp="1"/>
          </p:cNvSpPr>
          <p:nvPr>
            <p:ph idx="1"/>
          </p:nvPr>
        </p:nvSpPr>
        <p:spPr/>
        <p:txBody>
          <a:bodyPr>
            <a:normAutofit fontScale="92500" lnSpcReduction="20000"/>
          </a:bodyPr>
          <a:lstStyle/>
          <a:p>
            <a:pPr marL="0" indent="0" algn="just">
              <a:buNone/>
            </a:pPr>
            <a:r>
              <a:rPr lang="es-CO" dirty="0" err="1"/>
              <a:t>Supervised</a:t>
            </a:r>
            <a:r>
              <a:rPr lang="es-CO" dirty="0"/>
              <a:t> (</a:t>
            </a:r>
            <a:r>
              <a:rPr lang="es-CO" dirty="0" err="1"/>
              <a:t>sequence</a:t>
            </a:r>
            <a:r>
              <a:rPr lang="es-CO" dirty="0"/>
              <a:t> </a:t>
            </a:r>
            <a:r>
              <a:rPr lang="es-CO" dirty="0" err="1"/>
              <a:t>to</a:t>
            </a:r>
            <a:r>
              <a:rPr lang="es-CO" dirty="0"/>
              <a:t> </a:t>
            </a:r>
            <a:r>
              <a:rPr lang="es-CO" dirty="0" err="1"/>
              <a:t>sequence</a:t>
            </a:r>
            <a:r>
              <a:rPr lang="es-CO" dirty="0"/>
              <a:t>)</a:t>
            </a:r>
          </a:p>
          <a:p>
            <a:pPr marL="0" indent="0" algn="just">
              <a:buNone/>
            </a:pPr>
            <a:endParaRPr lang="es-CO" dirty="0"/>
          </a:p>
          <a:p>
            <a:pPr algn="just"/>
            <a:r>
              <a:rPr lang="es-CO" dirty="0"/>
              <a:t>Corpus </a:t>
            </a:r>
            <a:r>
              <a:rPr lang="es-CO" dirty="0" err="1"/>
              <a:t>of</a:t>
            </a:r>
            <a:r>
              <a:rPr lang="es-CO" dirty="0"/>
              <a:t> </a:t>
            </a:r>
            <a:r>
              <a:rPr lang="es-CO" dirty="0" err="1"/>
              <a:t>questions</a:t>
            </a:r>
            <a:r>
              <a:rPr lang="es-CO" dirty="0"/>
              <a:t> and </a:t>
            </a:r>
            <a:r>
              <a:rPr lang="es-CO" dirty="0" err="1"/>
              <a:t>answers</a:t>
            </a:r>
            <a:endParaRPr lang="es-CO" dirty="0"/>
          </a:p>
          <a:p>
            <a:pPr algn="just"/>
            <a:r>
              <a:rPr lang="es-CO" dirty="0"/>
              <a:t>Corpus </a:t>
            </a:r>
            <a:r>
              <a:rPr lang="es-CO" dirty="0" err="1"/>
              <a:t>of</a:t>
            </a:r>
            <a:r>
              <a:rPr lang="es-CO" dirty="0"/>
              <a:t> </a:t>
            </a:r>
            <a:r>
              <a:rPr lang="es-CO" dirty="0" err="1"/>
              <a:t>papers</a:t>
            </a:r>
            <a:r>
              <a:rPr lang="es-CO" dirty="0"/>
              <a:t> and </a:t>
            </a:r>
            <a:r>
              <a:rPr lang="es-CO" dirty="0" err="1"/>
              <a:t>abstracts</a:t>
            </a:r>
            <a:endParaRPr lang="es-CO" dirty="0"/>
          </a:p>
          <a:p>
            <a:pPr marL="0" indent="0" algn="just">
              <a:buNone/>
            </a:pPr>
            <a:endParaRPr lang="es-CO" dirty="0"/>
          </a:p>
          <a:p>
            <a:pPr marL="0" indent="0" algn="just">
              <a:buNone/>
            </a:pPr>
            <a:endParaRPr lang="es-CO" dirty="0"/>
          </a:p>
          <a:p>
            <a:pPr marL="0" indent="0" algn="just">
              <a:buNone/>
            </a:pPr>
            <a:r>
              <a:rPr lang="es-CO" dirty="0" err="1"/>
              <a:t>Unsupervised</a:t>
            </a:r>
            <a:r>
              <a:rPr lang="es-CO" dirty="0"/>
              <a:t> (</a:t>
            </a:r>
            <a:r>
              <a:rPr lang="es-CO" dirty="0" err="1"/>
              <a:t>context</a:t>
            </a:r>
            <a:r>
              <a:rPr lang="es-CO" dirty="0"/>
              <a:t> </a:t>
            </a:r>
            <a:r>
              <a:rPr lang="es-CO" dirty="0" err="1"/>
              <a:t>or</a:t>
            </a:r>
            <a:r>
              <a:rPr lang="es-CO" dirty="0"/>
              <a:t> </a:t>
            </a:r>
            <a:r>
              <a:rPr lang="es-CO" dirty="0" err="1"/>
              <a:t>hidding</a:t>
            </a:r>
            <a:r>
              <a:rPr lang="es-CO" dirty="0"/>
              <a:t>)</a:t>
            </a:r>
          </a:p>
          <a:p>
            <a:pPr marL="0" indent="0" algn="just">
              <a:buNone/>
            </a:pPr>
            <a:endParaRPr lang="es-CO" dirty="0"/>
          </a:p>
          <a:p>
            <a:pPr algn="just"/>
            <a:r>
              <a:rPr lang="es-CO" dirty="0" err="1"/>
              <a:t>Mask</a:t>
            </a:r>
            <a:r>
              <a:rPr lang="es-CO" dirty="0"/>
              <a:t> </a:t>
            </a:r>
            <a:r>
              <a:rPr lang="es-CO" dirty="0" err="1"/>
              <a:t>Modelling</a:t>
            </a:r>
            <a:r>
              <a:rPr lang="es-CO" dirty="0"/>
              <a:t> </a:t>
            </a:r>
            <a:r>
              <a:rPr lang="es-CO" dirty="0" err="1"/>
              <a:t>Language</a:t>
            </a:r>
            <a:r>
              <a:rPr lang="es-CO" dirty="0"/>
              <a:t> (MML): </a:t>
            </a:r>
            <a:r>
              <a:rPr lang="en-US" dirty="0"/>
              <a:t>“The [MASK] sat on the mat”</a:t>
            </a:r>
          </a:p>
          <a:p>
            <a:pPr algn="just"/>
            <a:r>
              <a:rPr lang="en-US" dirty="0"/>
              <a:t>Next Sentence Prediction (NSP): “The cat sat on the _______”</a:t>
            </a:r>
          </a:p>
          <a:p>
            <a:pPr algn="just"/>
            <a:endParaRPr lang="en-US" dirty="0"/>
          </a:p>
          <a:p>
            <a:pPr algn="just"/>
            <a:endParaRPr lang="en-US" dirty="0"/>
          </a:p>
          <a:p>
            <a:pPr algn="just"/>
            <a:endParaRPr lang="es-CO" dirty="0"/>
          </a:p>
          <a:p>
            <a:pPr algn="just"/>
            <a:endParaRPr lang="es-MX" dirty="0"/>
          </a:p>
        </p:txBody>
      </p:sp>
    </p:spTree>
    <p:extLst>
      <p:ext uri="{BB962C8B-B14F-4D97-AF65-F5344CB8AC3E}">
        <p14:creationId xmlns:p14="http://schemas.microsoft.com/office/powerpoint/2010/main" val="27669387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196F0-7739-F76A-7F3E-FD494D06F6BC}"/>
              </a:ext>
            </a:extLst>
          </p:cNvPr>
          <p:cNvSpPr>
            <a:spLocks noGrp="1"/>
          </p:cNvSpPr>
          <p:nvPr>
            <p:ph type="title"/>
          </p:nvPr>
        </p:nvSpPr>
        <p:spPr/>
        <p:txBody>
          <a:bodyPr/>
          <a:lstStyle/>
          <a:p>
            <a:r>
              <a:rPr lang="es-CO" dirty="0"/>
              <a:t>BERT: </a:t>
            </a:r>
            <a:r>
              <a:rPr lang="es-MX" sz="4000" b="1" dirty="0" err="1"/>
              <a:t>Bidirectional</a:t>
            </a:r>
            <a:r>
              <a:rPr lang="es-MX" sz="4000" b="1" dirty="0"/>
              <a:t> </a:t>
            </a:r>
            <a:r>
              <a:rPr lang="es-MX" sz="4000" b="1" dirty="0" err="1"/>
              <a:t>Encoder</a:t>
            </a:r>
            <a:r>
              <a:rPr lang="es-MX" sz="4000" b="1" dirty="0"/>
              <a:t> </a:t>
            </a:r>
            <a:r>
              <a:rPr lang="es-MX" sz="4000" b="1" dirty="0" err="1"/>
              <a:t>Representations</a:t>
            </a:r>
            <a:r>
              <a:rPr lang="es-MX" sz="4000" b="1" dirty="0"/>
              <a:t> </a:t>
            </a:r>
            <a:r>
              <a:rPr lang="es-MX" sz="4000" b="1" dirty="0" err="1"/>
              <a:t>from</a:t>
            </a:r>
            <a:r>
              <a:rPr lang="es-MX" sz="4000" b="1" dirty="0"/>
              <a:t> Transformers</a:t>
            </a:r>
            <a:endParaRPr lang="es-MX" sz="4000" dirty="0"/>
          </a:p>
        </p:txBody>
      </p:sp>
      <p:sp>
        <p:nvSpPr>
          <p:cNvPr id="3" name="Marcador de contenido 2">
            <a:extLst>
              <a:ext uri="{FF2B5EF4-FFF2-40B4-BE49-F238E27FC236}">
                <a16:creationId xmlns:a16="http://schemas.microsoft.com/office/drawing/2014/main" id="{B8AA3058-B2B9-6FDE-5168-017468AC759E}"/>
              </a:ext>
            </a:extLst>
          </p:cNvPr>
          <p:cNvSpPr>
            <a:spLocks noGrp="1"/>
          </p:cNvSpPr>
          <p:nvPr>
            <p:ph idx="1"/>
          </p:nvPr>
        </p:nvSpPr>
        <p:spPr>
          <a:xfrm>
            <a:off x="838200" y="2141537"/>
            <a:ext cx="10515600" cy="3640138"/>
          </a:xfrm>
        </p:spPr>
        <p:txBody>
          <a:bodyPr/>
          <a:lstStyle/>
          <a:p>
            <a:pPr algn="just">
              <a:buFontTx/>
              <a:buChar char="-"/>
            </a:pPr>
            <a:r>
              <a:rPr lang="es-CO" dirty="0"/>
              <a:t>Deep </a:t>
            </a:r>
            <a:r>
              <a:rPr lang="es-CO" dirty="0" err="1"/>
              <a:t>context</a:t>
            </a:r>
            <a:r>
              <a:rPr lang="es-CO" dirty="0"/>
              <a:t> </a:t>
            </a:r>
            <a:r>
              <a:rPr lang="es-CO" dirty="0" err="1"/>
              <a:t>understanding</a:t>
            </a:r>
            <a:r>
              <a:rPr lang="es-CO" dirty="0"/>
              <a:t> </a:t>
            </a:r>
            <a:r>
              <a:rPr lang="es-CO" dirty="0" err="1"/>
              <a:t>using</a:t>
            </a:r>
            <a:r>
              <a:rPr lang="es-CO" dirty="0"/>
              <a:t> </a:t>
            </a:r>
            <a:r>
              <a:rPr lang="es-CO" dirty="0" err="1"/>
              <a:t>both</a:t>
            </a:r>
            <a:r>
              <a:rPr lang="es-CO" dirty="0"/>
              <a:t> MML and NSP</a:t>
            </a:r>
          </a:p>
          <a:p>
            <a:pPr marL="0" indent="0" algn="just">
              <a:buNone/>
            </a:pPr>
            <a:endParaRPr lang="es-CO" dirty="0"/>
          </a:p>
          <a:p>
            <a:pPr algn="just">
              <a:buFontTx/>
              <a:buChar char="-"/>
            </a:pPr>
            <a:r>
              <a:rPr lang="es-CO" dirty="0" err="1"/>
              <a:t>Entity</a:t>
            </a:r>
            <a:r>
              <a:rPr lang="es-CO" dirty="0"/>
              <a:t> </a:t>
            </a:r>
            <a:r>
              <a:rPr lang="es-CO" dirty="0" err="1"/>
              <a:t>Name</a:t>
            </a:r>
            <a:r>
              <a:rPr lang="es-CO" dirty="0"/>
              <a:t> </a:t>
            </a:r>
            <a:r>
              <a:rPr lang="es-CO" dirty="0" err="1"/>
              <a:t>Recognition</a:t>
            </a:r>
            <a:r>
              <a:rPr lang="es-CO" dirty="0"/>
              <a:t>, </a:t>
            </a:r>
            <a:r>
              <a:rPr lang="es-CO" dirty="0" err="1"/>
              <a:t>Question</a:t>
            </a:r>
            <a:r>
              <a:rPr lang="es-CO" dirty="0"/>
              <a:t> and </a:t>
            </a:r>
            <a:r>
              <a:rPr lang="es-CO" dirty="0" err="1"/>
              <a:t>Answer</a:t>
            </a:r>
            <a:r>
              <a:rPr lang="es-CO" dirty="0"/>
              <a:t>, and </a:t>
            </a:r>
            <a:r>
              <a:rPr lang="es-CO" dirty="0" err="1"/>
              <a:t>Sentiment</a:t>
            </a:r>
            <a:r>
              <a:rPr lang="es-CO" dirty="0"/>
              <a:t> </a:t>
            </a:r>
            <a:r>
              <a:rPr lang="es-CO" dirty="0" err="1"/>
              <a:t>Analysis</a:t>
            </a:r>
            <a:endParaRPr lang="es-CO" dirty="0"/>
          </a:p>
          <a:p>
            <a:pPr marL="0" indent="0" algn="just">
              <a:buNone/>
            </a:pPr>
            <a:endParaRPr lang="es-CO" dirty="0"/>
          </a:p>
          <a:p>
            <a:pPr algn="just">
              <a:buFontTx/>
              <a:buChar char="-"/>
            </a:pPr>
            <a:r>
              <a:rPr lang="es-CO" dirty="0" err="1"/>
              <a:t>Since</a:t>
            </a:r>
            <a:r>
              <a:rPr lang="es-CO" dirty="0"/>
              <a:t> </a:t>
            </a:r>
            <a:r>
              <a:rPr lang="es-CO" dirty="0" err="1"/>
              <a:t>it’s</a:t>
            </a:r>
            <a:r>
              <a:rPr lang="es-CO" dirty="0"/>
              <a:t> </a:t>
            </a:r>
            <a:r>
              <a:rPr lang="es-CO" dirty="0" err="1"/>
              <a:t>encoder</a:t>
            </a:r>
            <a:r>
              <a:rPr lang="es-CO" dirty="0"/>
              <a:t> </a:t>
            </a:r>
            <a:r>
              <a:rPr lang="es-CO" dirty="0" err="1"/>
              <a:t>only</a:t>
            </a:r>
            <a:r>
              <a:rPr lang="es-CO" dirty="0"/>
              <a:t>, </a:t>
            </a:r>
            <a:r>
              <a:rPr lang="es-CO" dirty="0" err="1"/>
              <a:t>cannot</a:t>
            </a:r>
            <a:r>
              <a:rPr lang="es-CO" dirty="0"/>
              <a:t> </a:t>
            </a:r>
            <a:r>
              <a:rPr lang="es-CO" dirty="0" err="1"/>
              <a:t>generate</a:t>
            </a:r>
            <a:r>
              <a:rPr lang="es-CO" dirty="0"/>
              <a:t> </a:t>
            </a:r>
            <a:r>
              <a:rPr lang="es-CO" dirty="0" err="1"/>
              <a:t>text</a:t>
            </a:r>
            <a:endParaRPr lang="es-MX" dirty="0"/>
          </a:p>
        </p:txBody>
      </p:sp>
      <p:sp>
        <p:nvSpPr>
          <p:cNvPr id="5" name="CuadroTexto 4">
            <a:hlinkClick r:id="rId2"/>
            <a:extLst>
              <a:ext uri="{FF2B5EF4-FFF2-40B4-BE49-F238E27FC236}">
                <a16:creationId xmlns:a16="http://schemas.microsoft.com/office/drawing/2014/main" id="{B239BA31-9C98-8AF6-CA92-89A836C55A1D}"/>
              </a:ext>
            </a:extLst>
          </p:cNvPr>
          <p:cNvSpPr txBox="1"/>
          <p:nvPr/>
        </p:nvSpPr>
        <p:spPr>
          <a:xfrm>
            <a:off x="5343525" y="6127234"/>
            <a:ext cx="6096000" cy="523220"/>
          </a:xfrm>
          <a:prstGeom prst="rect">
            <a:avLst/>
          </a:prstGeom>
          <a:noFill/>
        </p:spPr>
        <p:txBody>
          <a:bodyPr wrap="square">
            <a:spAutoFit/>
          </a:bodyPr>
          <a:lstStyle/>
          <a:p>
            <a:pPr algn="r"/>
            <a:r>
              <a:rPr lang="es-MX" sz="2800" dirty="0" err="1"/>
              <a:t>Devlin</a:t>
            </a:r>
            <a:r>
              <a:rPr lang="es-MX" sz="2800" dirty="0"/>
              <a:t>, 2018</a:t>
            </a:r>
          </a:p>
        </p:txBody>
      </p:sp>
    </p:spTree>
    <p:extLst>
      <p:ext uri="{BB962C8B-B14F-4D97-AF65-F5344CB8AC3E}">
        <p14:creationId xmlns:p14="http://schemas.microsoft.com/office/powerpoint/2010/main" val="20324264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8F0E98-A014-0A10-0CB4-131B55ABE522}"/>
              </a:ext>
            </a:extLst>
          </p:cNvPr>
          <p:cNvSpPr>
            <a:spLocks noGrp="1"/>
          </p:cNvSpPr>
          <p:nvPr>
            <p:ph type="title"/>
          </p:nvPr>
        </p:nvSpPr>
        <p:spPr/>
        <p:txBody>
          <a:bodyPr>
            <a:normAutofit/>
          </a:bodyPr>
          <a:lstStyle/>
          <a:p>
            <a:r>
              <a:rPr lang="en-US" b="1" dirty="0">
                <a:solidFill>
                  <a:srgbClr val="131314"/>
                </a:solidFill>
                <a:effectLst/>
                <a:latin typeface="Google Sans"/>
              </a:rPr>
              <a:t>Fine-tuning of LLMs</a:t>
            </a:r>
            <a:endParaRPr lang="es-MX" b="1" dirty="0"/>
          </a:p>
        </p:txBody>
      </p:sp>
      <p:sp>
        <p:nvSpPr>
          <p:cNvPr id="3" name="Marcador de contenido 2">
            <a:extLst>
              <a:ext uri="{FF2B5EF4-FFF2-40B4-BE49-F238E27FC236}">
                <a16:creationId xmlns:a16="http://schemas.microsoft.com/office/drawing/2014/main" id="{C4079BB3-962B-5D0F-966A-33B8E2ED2D55}"/>
              </a:ext>
            </a:extLst>
          </p:cNvPr>
          <p:cNvSpPr>
            <a:spLocks noGrp="1"/>
          </p:cNvSpPr>
          <p:nvPr>
            <p:ph idx="1"/>
          </p:nvPr>
        </p:nvSpPr>
        <p:spPr>
          <a:xfrm>
            <a:off x="838200" y="2838449"/>
            <a:ext cx="10515600" cy="3338513"/>
          </a:xfrm>
        </p:spPr>
        <p:txBody>
          <a:bodyPr/>
          <a:lstStyle/>
          <a:p>
            <a:pPr marL="0" indent="0" algn="just">
              <a:buNone/>
            </a:pPr>
            <a:r>
              <a:rPr lang="en-US" b="0" i="0" dirty="0">
                <a:solidFill>
                  <a:srgbClr val="131314"/>
                </a:solidFill>
                <a:effectLst/>
                <a:latin typeface="Google Sans Text"/>
              </a:rPr>
              <a:t>A post-pre-training stage in the development of Large Language Models (LLMs). After the "pre-training" on massive, diverse datasets to learn general language understanding and generation, fine-tuning specializes the model for specific tasks or domains.</a:t>
            </a:r>
            <a:endParaRPr lang="es-MX" dirty="0"/>
          </a:p>
        </p:txBody>
      </p:sp>
    </p:spTree>
    <p:extLst>
      <p:ext uri="{BB962C8B-B14F-4D97-AF65-F5344CB8AC3E}">
        <p14:creationId xmlns:p14="http://schemas.microsoft.com/office/powerpoint/2010/main" val="17364200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1844BE-47C1-201B-5248-54EBFFD8BAA2}"/>
              </a:ext>
            </a:extLst>
          </p:cNvPr>
          <p:cNvSpPr>
            <a:spLocks noGrp="1"/>
          </p:cNvSpPr>
          <p:nvPr>
            <p:ph type="title"/>
          </p:nvPr>
        </p:nvSpPr>
        <p:spPr>
          <a:xfrm>
            <a:off x="838200" y="-28067"/>
            <a:ext cx="10515600" cy="1325563"/>
          </a:xfrm>
        </p:spPr>
        <p:txBody>
          <a:bodyPr/>
          <a:lstStyle/>
          <a:p>
            <a:r>
              <a:rPr lang="es-CO" b="1" dirty="0"/>
              <a:t>Fine </a:t>
            </a:r>
            <a:r>
              <a:rPr lang="es-CO" b="1" dirty="0" err="1"/>
              <a:t>tuneable</a:t>
            </a:r>
            <a:r>
              <a:rPr lang="es-CO" b="1" dirty="0"/>
              <a:t> </a:t>
            </a:r>
            <a:r>
              <a:rPr lang="es-CO" b="1" dirty="0" err="1"/>
              <a:t>LLMs</a:t>
            </a:r>
            <a:endParaRPr lang="es-CO" b="1" dirty="0"/>
          </a:p>
        </p:txBody>
      </p:sp>
      <p:graphicFrame>
        <p:nvGraphicFramePr>
          <p:cNvPr id="4" name="Marcador de contenido 3">
            <a:extLst>
              <a:ext uri="{FF2B5EF4-FFF2-40B4-BE49-F238E27FC236}">
                <a16:creationId xmlns:a16="http://schemas.microsoft.com/office/drawing/2014/main" id="{9045148C-72AB-8081-AF57-7E3A141A6BFB}"/>
              </a:ext>
            </a:extLst>
          </p:cNvPr>
          <p:cNvGraphicFramePr>
            <a:graphicFrameLocks noGrp="1"/>
          </p:cNvGraphicFramePr>
          <p:nvPr>
            <p:ph idx="1"/>
            <p:extLst>
              <p:ext uri="{D42A27DB-BD31-4B8C-83A1-F6EECF244321}">
                <p14:modId xmlns:p14="http://schemas.microsoft.com/office/powerpoint/2010/main" val="2682099371"/>
              </p:ext>
            </p:extLst>
          </p:nvPr>
        </p:nvGraphicFramePr>
        <p:xfrm>
          <a:off x="210206" y="1110487"/>
          <a:ext cx="11698016" cy="5306186"/>
        </p:xfrm>
        <a:graphic>
          <a:graphicData uri="http://schemas.openxmlformats.org/drawingml/2006/table">
            <a:tbl>
              <a:tblPr firstRow="1" bandRow="1">
                <a:tableStyleId>{5940675A-B579-460E-94D1-54222C63F5DA}</a:tableStyleId>
              </a:tblPr>
              <a:tblGrid>
                <a:gridCol w="2043685">
                  <a:extLst>
                    <a:ext uri="{9D8B030D-6E8A-4147-A177-3AD203B41FA5}">
                      <a16:colId xmlns:a16="http://schemas.microsoft.com/office/drawing/2014/main" val="311622326"/>
                    </a:ext>
                  </a:extLst>
                </a:gridCol>
                <a:gridCol w="1044961">
                  <a:extLst>
                    <a:ext uri="{9D8B030D-6E8A-4147-A177-3AD203B41FA5}">
                      <a16:colId xmlns:a16="http://schemas.microsoft.com/office/drawing/2014/main" val="1132802877"/>
                    </a:ext>
                  </a:extLst>
                </a:gridCol>
                <a:gridCol w="1026466">
                  <a:extLst>
                    <a:ext uri="{9D8B030D-6E8A-4147-A177-3AD203B41FA5}">
                      <a16:colId xmlns:a16="http://schemas.microsoft.com/office/drawing/2014/main" val="191912930"/>
                    </a:ext>
                  </a:extLst>
                </a:gridCol>
                <a:gridCol w="2062180">
                  <a:extLst>
                    <a:ext uri="{9D8B030D-6E8A-4147-A177-3AD203B41FA5}">
                      <a16:colId xmlns:a16="http://schemas.microsoft.com/office/drawing/2014/main" val="1660345312"/>
                    </a:ext>
                  </a:extLst>
                </a:gridCol>
                <a:gridCol w="2540707">
                  <a:extLst>
                    <a:ext uri="{9D8B030D-6E8A-4147-A177-3AD203B41FA5}">
                      <a16:colId xmlns:a16="http://schemas.microsoft.com/office/drawing/2014/main" val="764027199"/>
                    </a:ext>
                  </a:extLst>
                </a:gridCol>
                <a:gridCol w="2980017">
                  <a:extLst>
                    <a:ext uri="{9D8B030D-6E8A-4147-A177-3AD203B41FA5}">
                      <a16:colId xmlns:a16="http://schemas.microsoft.com/office/drawing/2014/main" val="2695062044"/>
                    </a:ext>
                  </a:extLst>
                </a:gridCol>
              </a:tblGrid>
              <a:tr h="654057">
                <a:tc>
                  <a:txBody>
                    <a:bodyPr/>
                    <a:lstStyle/>
                    <a:p>
                      <a:pPr algn="ctr"/>
                      <a:r>
                        <a:rPr lang="es-CO" b="1" dirty="0"/>
                        <a:t>LLM</a:t>
                      </a: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s-CO" b="1" dirty="0" err="1"/>
                        <a:t>Type</a:t>
                      </a:r>
                      <a:endParaRPr lang="es-CO"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s-CO" b="1" dirty="0" err="1"/>
                        <a:t>Size</a:t>
                      </a:r>
                      <a:r>
                        <a:rPr lang="es-CO" b="1" dirty="0"/>
                        <a:t> (MP)</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s-CO" b="1" dirty="0" err="1"/>
                        <a:t>Pre-trained</a:t>
                      </a:r>
                      <a:endParaRPr lang="es-CO" b="1" dirty="0"/>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s-CO" b="1" dirty="0"/>
                        <a:t>Use</a:t>
                      </a:r>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s-CO" b="1" dirty="0" err="1"/>
                        <a:t>Paper</a:t>
                      </a:r>
                      <a:endParaRPr lang="es-CO" b="1" dirty="0"/>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767744283"/>
                  </a:ext>
                </a:extLst>
              </a:tr>
              <a:tr h="1060604">
                <a:tc>
                  <a:txBody>
                    <a:bodyPr/>
                    <a:lstStyle/>
                    <a:p>
                      <a:pPr algn="ctr"/>
                      <a:r>
                        <a:rPr lang="es-CO" b="1" dirty="0"/>
                        <a:t>T5</a:t>
                      </a:r>
                    </a:p>
                    <a:p>
                      <a:pPr algn="ctr"/>
                      <a:r>
                        <a:rPr lang="es-CO" sz="1400" dirty="0"/>
                        <a:t>Text-</a:t>
                      </a:r>
                      <a:r>
                        <a:rPr lang="es-CO" sz="1400" dirty="0" err="1"/>
                        <a:t>To</a:t>
                      </a:r>
                      <a:r>
                        <a:rPr lang="es-CO" sz="1400" dirty="0"/>
                        <a:t>-Text Transfer </a:t>
                      </a:r>
                      <a:r>
                        <a:rPr lang="es-CO" sz="1400" dirty="0" err="1"/>
                        <a:t>Transformer</a:t>
                      </a:r>
                      <a:endParaRPr lang="es-CO" sz="1400" b="1" dirty="0"/>
                    </a:p>
                  </a:txBody>
                  <a:tcP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b="0" dirty="0" err="1"/>
                        <a:t>Encoder-decoder</a:t>
                      </a:r>
                      <a:endParaRPr lang="es-CO" sz="1600" b="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dirty="0"/>
                        <a:t>60</a:t>
                      </a:r>
                      <a:endParaRPr lang="es-CO" sz="1600" b="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dirty="0"/>
                        <a:t>C4 </a:t>
                      </a:r>
                      <a:r>
                        <a:rPr lang="es-CO" sz="1600" dirty="0" err="1"/>
                        <a:t>dataset</a:t>
                      </a:r>
                      <a:endParaRPr lang="es-CO" sz="1600" b="0" dirty="0"/>
                    </a:p>
                  </a:txBody>
                  <a:tcP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translation, summarization, question answering</a:t>
                      </a:r>
                      <a:endParaRPr lang="es-CO" sz="1600" b="0" dirty="0"/>
                    </a:p>
                  </a:txBody>
                  <a:tcP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dirty="0"/>
                        <a:t>Colin </a:t>
                      </a:r>
                      <a:r>
                        <a:rPr lang="es-CO" sz="1600" dirty="0" err="1"/>
                        <a:t>Raffel</a:t>
                      </a:r>
                      <a:r>
                        <a:rPr lang="es-CO" sz="1600" dirty="0"/>
                        <a:t> et al. (Google), 2019</a:t>
                      </a:r>
                      <a:endParaRPr lang="es-CO" sz="1600" b="0" dirty="0"/>
                    </a:p>
                  </a:txBody>
                  <a:tcP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1245790"/>
                  </a:ext>
                </a:extLst>
              </a:tr>
              <a:tr h="1121241">
                <a:tc>
                  <a:txBody>
                    <a:bodyPr/>
                    <a:lstStyle/>
                    <a:p>
                      <a:pPr algn="ctr"/>
                      <a:r>
                        <a:rPr lang="es-CO" b="1" dirty="0"/>
                        <a:t>FLAN T5</a:t>
                      </a:r>
                    </a:p>
                    <a:p>
                      <a:pPr algn="ctr"/>
                      <a:r>
                        <a:rPr lang="es-CO" sz="1600" dirty="0"/>
                        <a:t>Fine-</a:t>
                      </a:r>
                      <a:r>
                        <a:rPr lang="es-CO" sz="1600" dirty="0" err="1"/>
                        <a:t>tuned</a:t>
                      </a:r>
                      <a:r>
                        <a:rPr lang="es-CO" sz="1600" dirty="0"/>
                        <a:t> </a:t>
                      </a:r>
                      <a:r>
                        <a:rPr lang="es-CO" sz="1600" dirty="0" err="1"/>
                        <a:t>Language</a:t>
                      </a:r>
                      <a:r>
                        <a:rPr lang="es-CO" sz="1600" dirty="0"/>
                        <a:t> </a:t>
                      </a:r>
                      <a:r>
                        <a:rPr lang="es-CO" sz="1600" dirty="0" err="1"/>
                        <a:t>Model</a:t>
                      </a:r>
                      <a:r>
                        <a:rPr lang="es-CO" sz="1600" dirty="0"/>
                        <a:t> T5</a:t>
                      </a:r>
                      <a:endParaRPr lang="es-CO" sz="1600" b="1" dirty="0"/>
                    </a:p>
                  </a:txBody>
                  <a:tcP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b="0" dirty="0" err="1"/>
                        <a:t>Encoder-decoder</a:t>
                      </a:r>
                      <a:endParaRPr lang="es-CO" sz="1600" b="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dirty="0"/>
                        <a:t>60</a:t>
                      </a:r>
                      <a:endParaRPr lang="es-CO" sz="1600" b="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dirty="0" err="1"/>
                        <a:t>Multiple</a:t>
                      </a:r>
                      <a:r>
                        <a:rPr lang="es-CO" sz="1600" dirty="0"/>
                        <a:t> </a:t>
                      </a:r>
                      <a:r>
                        <a:rPr lang="es-CO" sz="1600" dirty="0" err="1"/>
                        <a:t>datasets</a:t>
                      </a:r>
                      <a:endParaRPr lang="es-CO" sz="1600" b="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translation, summarization, question answering plus reasoning tasks</a:t>
                      </a:r>
                      <a:endParaRPr lang="es-CO" sz="16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s-CO" b="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dirty="0"/>
                        <a:t>Google </a:t>
                      </a:r>
                      <a:r>
                        <a:rPr lang="es-CO" sz="1600" dirty="0" err="1"/>
                        <a:t>Research</a:t>
                      </a:r>
                      <a:r>
                        <a:rPr lang="es-CO" sz="1600" dirty="0"/>
                        <a:t>, 2022</a:t>
                      </a:r>
                      <a:endParaRPr lang="es-CO" sz="1600" b="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76946748"/>
                  </a:ext>
                </a:extLst>
              </a:tr>
              <a:tr h="11603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b="1" dirty="0"/>
                        <a:t>Bert</a:t>
                      </a:r>
                    </a:p>
                    <a:p>
                      <a:pPr marL="0" marR="0" lvl="0" indent="0" algn="ctr" defTabSz="914400" rtl="0" eaLnBrk="1" fontAlgn="auto" latinLnBrk="0" hangingPunct="1">
                        <a:lnSpc>
                          <a:spcPct val="100000"/>
                        </a:lnSpc>
                        <a:spcBef>
                          <a:spcPts val="0"/>
                        </a:spcBef>
                        <a:spcAft>
                          <a:spcPts val="0"/>
                        </a:spcAft>
                        <a:buClrTx/>
                        <a:buSzTx/>
                        <a:buFontTx/>
                        <a:buNone/>
                        <a:tabLst/>
                        <a:defRPr/>
                      </a:pPr>
                      <a:r>
                        <a:rPr lang="es-CO" sz="1400" dirty="0" err="1"/>
                        <a:t>Bidirectional</a:t>
                      </a:r>
                      <a:r>
                        <a:rPr lang="es-CO" sz="1400" dirty="0"/>
                        <a:t> </a:t>
                      </a:r>
                      <a:r>
                        <a:rPr lang="es-CO" sz="1400" dirty="0" err="1"/>
                        <a:t>Encoder</a:t>
                      </a:r>
                      <a:r>
                        <a:rPr lang="es-CO" sz="1400" dirty="0"/>
                        <a:t> </a:t>
                      </a:r>
                      <a:r>
                        <a:rPr lang="es-CO" sz="1400" dirty="0" err="1"/>
                        <a:t>Representations</a:t>
                      </a:r>
                      <a:r>
                        <a:rPr lang="es-CO" sz="1400" dirty="0"/>
                        <a:t> </a:t>
                      </a:r>
                      <a:r>
                        <a:rPr lang="es-CO" sz="1400" dirty="0" err="1"/>
                        <a:t>from</a:t>
                      </a:r>
                      <a:r>
                        <a:rPr lang="es-CO" sz="1400" dirty="0"/>
                        <a:t> Transformers</a:t>
                      </a:r>
                      <a:endParaRPr lang="es-CO" sz="1400" b="1" dirty="0"/>
                    </a:p>
                  </a:txBody>
                  <a:tcP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b="0" dirty="0" err="1"/>
                        <a:t>Encoder</a:t>
                      </a:r>
                      <a:r>
                        <a:rPr lang="es-CO" sz="1600" b="0" dirty="0"/>
                        <a:t> </a:t>
                      </a:r>
                      <a:r>
                        <a:rPr lang="es-CO" sz="1600" b="0" dirty="0" err="1"/>
                        <a:t>Only</a:t>
                      </a:r>
                      <a:endParaRPr lang="es-CO" sz="1600" b="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b="0" dirty="0"/>
                        <a:t>110</a:t>
                      </a:r>
                      <a:endParaRPr lang="es-CO" b="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600" dirty="0" err="1"/>
                        <a:t>BooksCorpus</a:t>
                      </a:r>
                      <a:r>
                        <a:rPr lang="es-CO" sz="1600" dirty="0"/>
                        <a:t>, English Wikipedia.</a:t>
                      </a:r>
                      <a:endParaRPr lang="es-CO" sz="1600" b="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dirty="0"/>
                        <a:t>Text </a:t>
                      </a:r>
                      <a:r>
                        <a:rPr lang="es-CO" sz="1600" dirty="0" err="1"/>
                        <a:t>classification</a:t>
                      </a:r>
                      <a:r>
                        <a:rPr lang="es-CO" sz="1600" dirty="0"/>
                        <a:t>, Q&amp;A</a:t>
                      </a:r>
                      <a:endParaRPr lang="es-CO" sz="1600" b="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dirty="0"/>
                        <a:t>Z</a:t>
                      </a:r>
                      <a:r>
                        <a:rPr lang="da-DK" sz="1600" dirty="0"/>
                        <a:t>Jacob Devlin et al. (Google), 2018</a:t>
                      </a:r>
                      <a:endParaRPr lang="es-CO" sz="1600" b="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81084489"/>
                  </a:ext>
                </a:extLst>
              </a:tr>
              <a:tr h="10900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b="1" dirty="0" err="1"/>
                        <a:t>XLNet</a:t>
                      </a:r>
                      <a:endParaRPr lang="es-CO" b="1" dirty="0"/>
                    </a:p>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b="0" dirty="0"/>
                        <a:t>Extended </a:t>
                      </a:r>
                      <a:r>
                        <a:rPr lang="es-CO" sz="1600" b="0" dirty="0" err="1"/>
                        <a:t>Language</a:t>
                      </a:r>
                      <a:r>
                        <a:rPr lang="es-CO" sz="1600" b="0" dirty="0"/>
                        <a:t> Network</a:t>
                      </a:r>
                    </a:p>
                  </a:txBody>
                  <a:tcPr>
                    <a:lnL w="12700" cap="flat" cmpd="sng" algn="ctr">
                      <a:no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b="0" dirty="0" err="1"/>
                        <a:t>Decoder</a:t>
                      </a:r>
                      <a:r>
                        <a:rPr lang="es-CO" sz="1600" b="0" dirty="0"/>
                        <a:t> </a:t>
                      </a:r>
                      <a:r>
                        <a:rPr lang="es-CO" sz="1600" b="0" dirty="0" err="1"/>
                        <a:t>Only</a:t>
                      </a:r>
                      <a:endParaRPr lang="es-CO" sz="1600" b="0"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b="0" dirty="0"/>
                        <a:t>110</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err="1"/>
                        <a:t>BooksCorpus</a:t>
                      </a:r>
                      <a:r>
                        <a:rPr lang="en-US" sz="1600" dirty="0"/>
                        <a:t>, Wikipedia, Giga5, </a:t>
                      </a:r>
                      <a:r>
                        <a:rPr lang="en-US" sz="1600" dirty="0" err="1"/>
                        <a:t>ClueWeb</a:t>
                      </a:r>
                      <a:r>
                        <a:rPr lang="en-US" sz="1600" dirty="0"/>
                        <a:t>, Common Crawl</a:t>
                      </a:r>
                      <a:endParaRPr lang="es-CO" sz="1600" b="0" dirty="0"/>
                    </a:p>
                  </a:txBody>
                  <a:tcPr>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dirty="0" err="1"/>
                        <a:t>next</a:t>
                      </a:r>
                      <a:r>
                        <a:rPr lang="es-CO" sz="1600" dirty="0"/>
                        <a:t> </a:t>
                      </a:r>
                      <a:r>
                        <a:rPr lang="es-CO" sz="1600" dirty="0" err="1"/>
                        <a:t>word</a:t>
                      </a:r>
                      <a:r>
                        <a:rPr lang="es-CO" sz="1600" dirty="0"/>
                        <a:t> </a:t>
                      </a:r>
                      <a:r>
                        <a:rPr lang="es-CO" sz="1600" dirty="0" err="1"/>
                        <a:t>prediction</a:t>
                      </a:r>
                      <a:r>
                        <a:rPr lang="es-CO" sz="1600" dirty="0"/>
                        <a:t>,</a:t>
                      </a:r>
                      <a:r>
                        <a:rPr lang="en-US" sz="1600" dirty="0"/>
                        <a:t> good at capturing long-range dependencies</a:t>
                      </a:r>
                      <a:r>
                        <a:rPr lang="es-CO" sz="1600" dirty="0"/>
                        <a:t> </a:t>
                      </a:r>
                      <a:endParaRPr lang="es-CO" sz="1600" b="0" dirty="0"/>
                    </a:p>
                  </a:txBody>
                  <a:tcPr>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dirty="0" err="1"/>
                        <a:t>Zhilin</a:t>
                      </a:r>
                      <a:r>
                        <a:rPr lang="es-CO" sz="1600" dirty="0"/>
                        <a:t> Yang et al. (Google &amp; CMU), 2019</a:t>
                      </a:r>
                      <a:endParaRPr lang="es-CO" sz="1800" b="0" dirty="0"/>
                    </a:p>
                  </a:txBody>
                  <a:tcPr>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24057880"/>
                  </a:ext>
                </a:extLst>
              </a:tr>
            </a:tbl>
          </a:graphicData>
        </a:graphic>
      </p:graphicFrame>
      <p:pic>
        <p:nvPicPr>
          <p:cNvPr id="3" name="Imagen 2">
            <a:extLst>
              <a:ext uri="{FF2B5EF4-FFF2-40B4-BE49-F238E27FC236}">
                <a16:creationId xmlns:a16="http://schemas.microsoft.com/office/drawing/2014/main" id="{096D357C-B8A0-9F87-5705-A06D962FDB37}"/>
              </a:ext>
            </a:extLst>
          </p:cNvPr>
          <p:cNvPicPr>
            <a:picLocks noChangeAspect="1"/>
          </p:cNvPicPr>
          <p:nvPr/>
        </p:nvPicPr>
        <p:blipFill>
          <a:blip r:embed="rId2">
            <a:extLst>
              <a:ext uri="{28A0092B-C50C-407E-A947-70E740481C1C}">
                <a14:useLocalDpi xmlns:a14="http://schemas.microsoft.com/office/drawing/2010/main" val="0"/>
              </a:ext>
            </a:extLst>
          </a:blip>
          <a:srcRect l="10463" t="32080" r="10604" b="31227"/>
          <a:stretch/>
        </p:blipFill>
        <p:spPr>
          <a:xfrm>
            <a:off x="10305288" y="5918708"/>
            <a:ext cx="1691640" cy="786384"/>
          </a:xfrm>
          <a:prstGeom prst="rect">
            <a:avLst/>
          </a:prstGeom>
        </p:spPr>
      </p:pic>
      <p:sp>
        <p:nvSpPr>
          <p:cNvPr id="6" name="CuadroTexto 5">
            <a:extLst>
              <a:ext uri="{FF2B5EF4-FFF2-40B4-BE49-F238E27FC236}">
                <a16:creationId xmlns:a16="http://schemas.microsoft.com/office/drawing/2014/main" id="{9C21D59D-47A5-36C7-8DBB-F543E08C016C}"/>
              </a:ext>
            </a:extLst>
          </p:cNvPr>
          <p:cNvSpPr txBox="1"/>
          <p:nvPr/>
        </p:nvSpPr>
        <p:spPr>
          <a:xfrm>
            <a:off x="283778" y="6397315"/>
            <a:ext cx="8724900" cy="307777"/>
          </a:xfrm>
          <a:prstGeom prst="rect">
            <a:avLst/>
          </a:prstGeom>
          <a:noFill/>
        </p:spPr>
        <p:txBody>
          <a:bodyPr wrap="square">
            <a:spAutoFit/>
          </a:bodyPr>
          <a:lstStyle/>
          <a:p>
            <a:r>
              <a:rPr lang="en-US" sz="1400" b="0" i="0" dirty="0" err="1">
                <a:solidFill>
                  <a:srgbClr val="000000"/>
                </a:solidFill>
                <a:effectLst/>
                <a:latin typeface="Helvetica" panose="020B0604020202020204" pitchFamily="34" charset="0"/>
              </a:rPr>
              <a:t>Pixtral</a:t>
            </a:r>
            <a:r>
              <a:rPr lang="en-US" sz="1400" b="0" i="0" dirty="0">
                <a:solidFill>
                  <a:srgbClr val="000000"/>
                </a:solidFill>
                <a:effectLst/>
                <a:latin typeface="Helvetica" panose="020B0604020202020204" pitchFamily="34" charset="0"/>
              </a:rPr>
              <a:t> Large, boasting 124 billion parameters with a </a:t>
            </a:r>
            <a:r>
              <a:rPr lang="en-US" sz="1400" b="1" i="0" dirty="0">
                <a:solidFill>
                  <a:srgbClr val="000000"/>
                </a:solidFill>
                <a:effectLst/>
                <a:latin typeface="Helvetica" panose="020B0604020202020204" pitchFamily="34" charset="0"/>
              </a:rPr>
              <a:t>128,000-token context window</a:t>
            </a:r>
            <a:endParaRPr lang="es-CO" sz="1400" dirty="0"/>
          </a:p>
        </p:txBody>
      </p:sp>
    </p:spTree>
    <p:extLst>
      <p:ext uri="{BB962C8B-B14F-4D97-AF65-F5344CB8AC3E}">
        <p14:creationId xmlns:p14="http://schemas.microsoft.com/office/powerpoint/2010/main" val="11484659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002F005-FCC7-525A-0199-2A77AE8A36AC}"/>
              </a:ext>
            </a:extLst>
          </p:cNvPr>
          <p:cNvSpPr>
            <a:spLocks noGrp="1"/>
          </p:cNvSpPr>
          <p:nvPr>
            <p:ph idx="1"/>
          </p:nvPr>
        </p:nvSpPr>
        <p:spPr>
          <a:xfrm>
            <a:off x="838200" y="1253331"/>
            <a:ext cx="10515600" cy="4351338"/>
          </a:xfrm>
        </p:spPr>
        <p:txBody>
          <a:bodyPr>
            <a:normAutofit fontScale="92500" lnSpcReduction="10000"/>
          </a:bodyPr>
          <a:lstStyle/>
          <a:p>
            <a:pPr marL="0" indent="0" algn="just">
              <a:buNone/>
            </a:pPr>
            <a:r>
              <a:rPr lang="en-US" b="0" i="0" dirty="0">
                <a:solidFill>
                  <a:srgbClr val="131314"/>
                </a:solidFill>
                <a:effectLst/>
                <a:latin typeface="Google Sans Text"/>
              </a:rPr>
              <a:t>"</a:t>
            </a:r>
            <a:r>
              <a:rPr lang="en-US" b="1" i="0" dirty="0">
                <a:solidFill>
                  <a:srgbClr val="131314"/>
                </a:solidFill>
                <a:effectLst/>
                <a:latin typeface="Google Sans Text"/>
              </a:rPr>
              <a:t>instruction-tuning" or "supervised fine-tuning (SFT)," </a:t>
            </a:r>
            <a:r>
              <a:rPr lang="en-US" b="0" i="0" dirty="0">
                <a:solidFill>
                  <a:srgbClr val="131314"/>
                </a:solidFill>
                <a:effectLst/>
                <a:latin typeface="Google Sans Text"/>
              </a:rPr>
              <a:t>involves training the LLM on smaller, task-specific datasets. </a:t>
            </a:r>
          </a:p>
          <a:p>
            <a:pPr marL="0" indent="0" algn="just">
              <a:buNone/>
            </a:pPr>
            <a:endParaRPr lang="en-US" dirty="0">
              <a:solidFill>
                <a:srgbClr val="131314"/>
              </a:solidFill>
              <a:latin typeface="Google Sans Text"/>
            </a:endParaRPr>
          </a:p>
          <a:p>
            <a:pPr marL="0" indent="0" algn="just">
              <a:buNone/>
            </a:pPr>
            <a:r>
              <a:rPr lang="en-US" b="0" i="0" dirty="0">
                <a:solidFill>
                  <a:srgbClr val="131314"/>
                </a:solidFill>
                <a:effectLst/>
                <a:latin typeface="Google Sans Text"/>
              </a:rPr>
              <a:t>It is less computationally intensive and requires less data than pre-training an LLM. Techniques like Low-Rank Adaptation (</a:t>
            </a:r>
            <a:r>
              <a:rPr lang="en-US" b="0" i="0" dirty="0" err="1">
                <a:solidFill>
                  <a:srgbClr val="131314"/>
                </a:solidFill>
                <a:effectLst/>
                <a:latin typeface="Google Sans Text"/>
              </a:rPr>
              <a:t>LoRA</a:t>
            </a:r>
            <a:r>
              <a:rPr lang="en-US" b="0" i="0" dirty="0">
                <a:solidFill>
                  <a:srgbClr val="131314"/>
                </a:solidFill>
                <a:effectLst/>
                <a:latin typeface="Google Sans Text"/>
              </a:rPr>
              <a:t>) further enhance efficiency by only training small update matrices instead of the entire model, making fine-tuned modules easily plug-and-play.</a:t>
            </a:r>
          </a:p>
          <a:p>
            <a:pPr marL="0" indent="0" algn="just">
              <a:buNone/>
            </a:pPr>
            <a:endParaRPr lang="en-US" b="0" i="0" dirty="0">
              <a:solidFill>
                <a:srgbClr val="131314"/>
              </a:solidFill>
              <a:effectLst/>
              <a:latin typeface="Google Sans Text"/>
            </a:endParaRPr>
          </a:p>
          <a:p>
            <a:pPr marL="0" indent="0" algn="just">
              <a:buNone/>
            </a:pPr>
            <a:r>
              <a:rPr lang="en-US" b="0" i="0" dirty="0">
                <a:solidFill>
                  <a:srgbClr val="131314"/>
                </a:solidFill>
                <a:effectLst/>
                <a:latin typeface="Google Sans Text"/>
              </a:rPr>
              <a:t>This allows LLMs to be customized for a wide range of practical applications like instruction following (e.g., summarizing text, writing code, generating poetry in a specific style).</a:t>
            </a:r>
            <a:endParaRPr lang="es-MX" dirty="0"/>
          </a:p>
        </p:txBody>
      </p:sp>
    </p:spTree>
    <p:extLst>
      <p:ext uri="{BB962C8B-B14F-4D97-AF65-F5344CB8AC3E}">
        <p14:creationId xmlns:p14="http://schemas.microsoft.com/office/powerpoint/2010/main" val="9544996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DED67C-3856-A455-E483-F2F01F0585EC}"/>
              </a:ext>
            </a:extLst>
          </p:cNvPr>
          <p:cNvSpPr>
            <a:spLocks noGrp="1"/>
          </p:cNvSpPr>
          <p:nvPr>
            <p:ph type="title"/>
          </p:nvPr>
        </p:nvSpPr>
        <p:spPr/>
        <p:txBody>
          <a:bodyPr/>
          <a:lstStyle/>
          <a:p>
            <a:r>
              <a:rPr lang="es-CO" b="1" dirty="0" err="1"/>
              <a:t>Loss</a:t>
            </a:r>
            <a:r>
              <a:rPr lang="es-CO" b="1" dirty="0"/>
              <a:t> </a:t>
            </a:r>
            <a:r>
              <a:rPr lang="es-CO" b="1" dirty="0" err="1"/>
              <a:t>Functions</a:t>
            </a:r>
            <a:r>
              <a:rPr lang="es-CO" b="1" dirty="0"/>
              <a:t> and </a:t>
            </a:r>
            <a:r>
              <a:rPr lang="es-CO" b="1" dirty="0" err="1"/>
              <a:t>Metrics</a:t>
            </a:r>
            <a:endParaRPr lang="es-CO" b="1" dirty="0"/>
          </a:p>
        </p:txBody>
      </p:sp>
      <p:sp>
        <p:nvSpPr>
          <p:cNvPr id="3" name="Marcador de contenido 2">
            <a:extLst>
              <a:ext uri="{FF2B5EF4-FFF2-40B4-BE49-F238E27FC236}">
                <a16:creationId xmlns:a16="http://schemas.microsoft.com/office/drawing/2014/main" id="{C16C7BD5-F968-45E8-A5F8-2EA41F40574A}"/>
              </a:ext>
            </a:extLst>
          </p:cNvPr>
          <p:cNvSpPr>
            <a:spLocks noGrp="1"/>
          </p:cNvSpPr>
          <p:nvPr>
            <p:ph idx="1"/>
          </p:nvPr>
        </p:nvSpPr>
        <p:spPr/>
        <p:txBody>
          <a:bodyPr>
            <a:normAutofit fontScale="92500" lnSpcReduction="20000"/>
          </a:bodyPr>
          <a:lstStyle/>
          <a:p>
            <a:pPr marL="0" indent="0" algn="just">
              <a:buNone/>
            </a:pPr>
            <a:r>
              <a:rPr lang="es-CO" b="1" dirty="0" err="1"/>
              <a:t>The</a:t>
            </a:r>
            <a:r>
              <a:rPr lang="es-CO" b="1" dirty="0"/>
              <a:t> </a:t>
            </a:r>
            <a:r>
              <a:rPr lang="es-CO" b="1" dirty="0" err="1"/>
              <a:t>cross-entropy</a:t>
            </a:r>
            <a:r>
              <a:rPr lang="es-CO" b="1" dirty="0"/>
              <a:t> </a:t>
            </a:r>
            <a:r>
              <a:rPr lang="es-CO" b="1" dirty="0" err="1"/>
              <a:t>loss</a:t>
            </a:r>
            <a:r>
              <a:rPr lang="es-CO" b="1" dirty="0"/>
              <a:t> </a:t>
            </a:r>
            <a:r>
              <a:rPr lang="en-US" dirty="0"/>
              <a:t>measures the difference between the predicted token distribution and the true token distribution for each step in a sequence.</a:t>
            </a:r>
          </a:p>
          <a:p>
            <a:pPr marL="0" indent="0" algn="just">
              <a:buNone/>
            </a:pPr>
            <a:endParaRPr lang="en-US" dirty="0"/>
          </a:p>
          <a:p>
            <a:pPr marL="0" indent="0" algn="just">
              <a:buNone/>
            </a:pPr>
            <a:r>
              <a:rPr lang="en-US" b="1" dirty="0"/>
              <a:t>The Rouge Metric</a:t>
            </a:r>
            <a:r>
              <a:rPr lang="en-US" dirty="0"/>
              <a:t> (Recall-Oriented Understudy for </a:t>
            </a:r>
            <a:r>
              <a:rPr lang="en-US" dirty="0" err="1"/>
              <a:t>Gisting</a:t>
            </a:r>
            <a:r>
              <a:rPr lang="en-US" dirty="0"/>
              <a:t> Evaluation), Better for Summarization. R1 measures the overlap of words (1-gram) in the predicted text against the reference text (ground truth). How well the model is generating text that matches the expected output. Recall driven.</a:t>
            </a:r>
          </a:p>
          <a:p>
            <a:pPr marL="0" indent="0" algn="just">
              <a:buNone/>
            </a:pPr>
            <a:endParaRPr lang="en-US" dirty="0"/>
          </a:p>
          <a:p>
            <a:pPr marL="0" indent="0" algn="just">
              <a:buNone/>
            </a:pPr>
            <a:r>
              <a:rPr lang="en-US" b="1" dirty="0"/>
              <a:t>Bleu </a:t>
            </a:r>
            <a:r>
              <a:rPr lang="es-MX" b="1" dirty="0"/>
              <a:t>(</a:t>
            </a:r>
            <a:r>
              <a:rPr lang="es-MX" b="1" dirty="0" err="1"/>
              <a:t>Bilingual</a:t>
            </a:r>
            <a:r>
              <a:rPr lang="es-MX" b="1" dirty="0"/>
              <a:t> </a:t>
            </a:r>
            <a:r>
              <a:rPr lang="es-MX" b="1" dirty="0" err="1"/>
              <a:t>Evaluation</a:t>
            </a:r>
            <a:r>
              <a:rPr lang="es-MX" b="1" dirty="0"/>
              <a:t> </a:t>
            </a:r>
            <a:r>
              <a:rPr lang="es-MX" b="1" dirty="0" err="1"/>
              <a:t>Understudy</a:t>
            </a:r>
            <a:r>
              <a:rPr lang="es-MX" b="1" dirty="0"/>
              <a:t>)</a:t>
            </a:r>
            <a:r>
              <a:rPr lang="en-US" b="1" dirty="0"/>
              <a:t>: </a:t>
            </a:r>
            <a:r>
              <a:rPr lang="en-US" dirty="0"/>
              <a:t>Better for translation, n-grams. Precision driven.</a:t>
            </a:r>
          </a:p>
        </p:txBody>
      </p:sp>
      <p:pic>
        <p:nvPicPr>
          <p:cNvPr id="4" name="Imagen 3">
            <a:extLst>
              <a:ext uri="{FF2B5EF4-FFF2-40B4-BE49-F238E27FC236}">
                <a16:creationId xmlns:a16="http://schemas.microsoft.com/office/drawing/2014/main" id="{56BE164A-D622-0530-7F35-9AB11C6E8B8C}"/>
              </a:ext>
            </a:extLst>
          </p:cNvPr>
          <p:cNvPicPr>
            <a:picLocks noChangeAspect="1"/>
          </p:cNvPicPr>
          <p:nvPr/>
        </p:nvPicPr>
        <p:blipFill>
          <a:blip r:embed="rId2">
            <a:extLst>
              <a:ext uri="{28A0092B-C50C-407E-A947-70E740481C1C}">
                <a14:useLocalDpi xmlns:a14="http://schemas.microsoft.com/office/drawing/2010/main" val="0"/>
              </a:ext>
            </a:extLst>
          </a:blip>
          <a:srcRect l="10463" t="32080" r="10604" b="31227"/>
          <a:stretch/>
        </p:blipFill>
        <p:spPr>
          <a:xfrm>
            <a:off x="10305288" y="5918708"/>
            <a:ext cx="1691640" cy="786384"/>
          </a:xfrm>
          <a:prstGeom prst="rect">
            <a:avLst/>
          </a:prstGeom>
        </p:spPr>
      </p:pic>
    </p:spTree>
    <p:extLst>
      <p:ext uri="{BB962C8B-B14F-4D97-AF65-F5344CB8AC3E}">
        <p14:creationId xmlns:p14="http://schemas.microsoft.com/office/powerpoint/2010/main" val="9638478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50C46A-DE17-C8AA-A581-32CB035DA594}"/>
              </a:ext>
            </a:extLst>
          </p:cNvPr>
          <p:cNvSpPr>
            <a:spLocks noGrp="1"/>
          </p:cNvSpPr>
          <p:nvPr>
            <p:ph type="title"/>
          </p:nvPr>
        </p:nvSpPr>
        <p:spPr/>
        <p:txBody>
          <a:bodyPr>
            <a:normAutofit/>
          </a:bodyPr>
          <a:lstStyle/>
          <a:p>
            <a:r>
              <a:rPr lang="en-US" b="1" dirty="0">
                <a:solidFill>
                  <a:srgbClr val="131314"/>
                </a:solidFill>
                <a:effectLst/>
                <a:latin typeface="Google Sans"/>
              </a:rPr>
              <a:t>Optimization techniques in LLMs?</a:t>
            </a:r>
            <a:endParaRPr lang="es-MX" b="1" dirty="0"/>
          </a:p>
        </p:txBody>
      </p:sp>
      <p:sp>
        <p:nvSpPr>
          <p:cNvPr id="3" name="Marcador de contenido 2">
            <a:extLst>
              <a:ext uri="{FF2B5EF4-FFF2-40B4-BE49-F238E27FC236}">
                <a16:creationId xmlns:a16="http://schemas.microsoft.com/office/drawing/2014/main" id="{2E0C6F44-289C-EEC5-61DD-AE815AFE82F2}"/>
              </a:ext>
            </a:extLst>
          </p:cNvPr>
          <p:cNvSpPr>
            <a:spLocks noGrp="1"/>
          </p:cNvSpPr>
          <p:nvPr>
            <p:ph idx="1"/>
          </p:nvPr>
        </p:nvSpPr>
        <p:spPr/>
        <p:txBody>
          <a:bodyPr>
            <a:normAutofit fontScale="92500"/>
          </a:bodyPr>
          <a:lstStyle/>
          <a:p>
            <a:pPr marL="0" indent="0" algn="just">
              <a:buNone/>
            </a:pPr>
            <a:r>
              <a:rPr lang="en-US" b="1" i="0" dirty="0">
                <a:solidFill>
                  <a:srgbClr val="131314"/>
                </a:solidFill>
                <a:effectLst/>
                <a:latin typeface="Google Sans Text"/>
              </a:rPr>
              <a:t>Mixture of Experts (</a:t>
            </a:r>
            <a:r>
              <a:rPr lang="en-US" b="1" i="0" dirty="0" err="1">
                <a:solidFill>
                  <a:srgbClr val="131314"/>
                </a:solidFill>
                <a:effectLst/>
                <a:latin typeface="Google Sans Text"/>
              </a:rPr>
              <a:t>MoE</a:t>
            </a:r>
            <a:r>
              <a:rPr lang="en-US" b="1" i="0" dirty="0">
                <a:solidFill>
                  <a:srgbClr val="131314"/>
                </a:solidFill>
                <a:effectLst/>
                <a:latin typeface="Google Sans Text"/>
              </a:rPr>
              <a:t>):</a:t>
            </a:r>
            <a:r>
              <a:rPr lang="en-US" b="0" i="0" dirty="0">
                <a:solidFill>
                  <a:srgbClr val="131314"/>
                </a:solidFill>
                <a:effectLst/>
                <a:latin typeface="Google Sans Text"/>
              </a:rPr>
              <a:t> Architecture (</a:t>
            </a:r>
            <a:r>
              <a:rPr lang="en-US" b="0" i="0" dirty="0" err="1">
                <a:solidFill>
                  <a:srgbClr val="131314"/>
                </a:solidFill>
                <a:effectLst/>
                <a:latin typeface="Google Sans Text"/>
              </a:rPr>
              <a:t>GLaM</a:t>
            </a:r>
            <a:r>
              <a:rPr lang="en-US" b="0" i="0" dirty="0">
                <a:solidFill>
                  <a:srgbClr val="131314"/>
                </a:solidFill>
                <a:effectLst/>
                <a:latin typeface="Google Sans Text"/>
              </a:rPr>
              <a:t> and </a:t>
            </a:r>
            <a:r>
              <a:rPr lang="en-US" b="0" i="0" dirty="0" err="1">
                <a:solidFill>
                  <a:srgbClr val="131314"/>
                </a:solidFill>
                <a:effectLst/>
                <a:latin typeface="Google Sans Text"/>
              </a:rPr>
              <a:t>Mixtral</a:t>
            </a:r>
            <a:r>
              <a:rPr lang="en-US" b="0" i="0" dirty="0">
                <a:solidFill>
                  <a:srgbClr val="131314"/>
                </a:solidFill>
                <a:effectLst/>
                <a:latin typeface="Google Sans Text"/>
              </a:rPr>
              <a:t>) allows LLMs to have a massive number of parameters but only activate a "subset of their parameters (i.e. experts) for each input token." Significantly more computationally efficient during training and inference and high performance. A "gating network" or "router" learns to direct the input to the most appropriate expert(s).</a:t>
            </a:r>
          </a:p>
          <a:p>
            <a:pPr marL="0" indent="0" algn="just">
              <a:buNone/>
            </a:pPr>
            <a:endParaRPr lang="en-US" b="0" i="0" dirty="0">
              <a:solidFill>
                <a:srgbClr val="131314"/>
              </a:solidFill>
              <a:effectLst/>
              <a:latin typeface="Google Sans Text"/>
            </a:endParaRPr>
          </a:p>
          <a:p>
            <a:pPr marL="0" indent="0" algn="just">
              <a:buNone/>
            </a:pPr>
            <a:r>
              <a:rPr lang="en-US" b="1" i="0" dirty="0">
                <a:solidFill>
                  <a:srgbClr val="131314"/>
                </a:solidFill>
                <a:effectLst/>
                <a:latin typeface="Google Sans Text"/>
              </a:rPr>
              <a:t>Knowledge Distillation:</a:t>
            </a:r>
            <a:r>
              <a:rPr lang="en-US" b="0" i="0" dirty="0">
                <a:solidFill>
                  <a:srgbClr val="131314"/>
                </a:solidFill>
                <a:effectLst/>
                <a:latin typeface="Google Sans Text"/>
              </a:rPr>
              <a:t> transferring knowledge from a larger, more capable "teacher" model to a smaller, more efficient "student" model. The student model learns the reasoning patterns of the teacher without needing the same computational resources, improving its reasoning abilities.</a:t>
            </a:r>
          </a:p>
          <a:p>
            <a:pPr marL="0" indent="0" algn="just">
              <a:buNone/>
            </a:pPr>
            <a:endParaRPr lang="es-MX" dirty="0"/>
          </a:p>
        </p:txBody>
      </p:sp>
    </p:spTree>
    <p:extLst>
      <p:ext uri="{BB962C8B-B14F-4D97-AF65-F5344CB8AC3E}">
        <p14:creationId xmlns:p14="http://schemas.microsoft.com/office/powerpoint/2010/main" val="29468123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1AD971D-E8A4-9199-91A8-14CCE1299236}"/>
              </a:ext>
            </a:extLst>
          </p:cNvPr>
          <p:cNvSpPr>
            <a:spLocks noGrp="1"/>
          </p:cNvSpPr>
          <p:nvPr>
            <p:ph idx="1"/>
          </p:nvPr>
        </p:nvSpPr>
        <p:spPr>
          <a:xfrm>
            <a:off x="838200" y="533400"/>
            <a:ext cx="10515600" cy="5643563"/>
          </a:xfrm>
        </p:spPr>
        <p:txBody>
          <a:bodyPr>
            <a:normAutofit/>
          </a:bodyPr>
          <a:lstStyle/>
          <a:p>
            <a:pPr marL="0" indent="0" algn="just">
              <a:buNone/>
            </a:pPr>
            <a:r>
              <a:rPr lang="en-US" b="1" i="0" dirty="0">
                <a:solidFill>
                  <a:srgbClr val="131314"/>
                </a:solidFill>
                <a:effectLst/>
                <a:latin typeface="Google Sans Text"/>
              </a:rPr>
              <a:t>Quantization:</a:t>
            </a:r>
            <a:r>
              <a:rPr lang="en-US" b="0" i="0" dirty="0">
                <a:solidFill>
                  <a:srgbClr val="131314"/>
                </a:solidFill>
                <a:effectLst/>
                <a:latin typeface="Google Sans Text"/>
              </a:rPr>
              <a:t> An inference optimization method that "decreases the numerical precision in which weights and activations are stored, transferred and operated upon." By reducing the precision from 32-bit floating numbers to 8 or even 4-bit integers, significantly speeds up computations and reduces memory footprint, with minimal impact on quality for certain tasks.</a:t>
            </a:r>
          </a:p>
          <a:p>
            <a:pPr marL="0" indent="0" algn="just">
              <a:buNone/>
            </a:pPr>
            <a:endParaRPr lang="en-US" b="0" i="0" dirty="0">
              <a:solidFill>
                <a:srgbClr val="131314"/>
              </a:solidFill>
              <a:effectLst/>
              <a:latin typeface="Google Sans Text"/>
            </a:endParaRPr>
          </a:p>
          <a:p>
            <a:pPr marL="0" indent="0" algn="just">
              <a:buNone/>
            </a:pPr>
            <a:r>
              <a:rPr lang="en-US" b="1" i="0" dirty="0">
                <a:solidFill>
                  <a:srgbClr val="131314"/>
                </a:solidFill>
                <a:effectLst/>
                <a:latin typeface="Google Sans Text"/>
              </a:rPr>
              <a:t>Speculative Decoding:</a:t>
            </a:r>
            <a:r>
              <a:rPr lang="en-US" b="0" i="0" dirty="0">
                <a:solidFill>
                  <a:srgbClr val="131314"/>
                </a:solidFill>
                <a:effectLst/>
                <a:latin typeface="Google Sans Text"/>
              </a:rPr>
              <a:t> Aims to speed up the "decode" phase of LLM inference, which is typically memory-bound and sequential. It uses a smaller, faster "drafter" model to predict multiple future tokens. The main LLM then verifies these predictions in parallel, significantly reducing latency without sacrificing output quality, as the main model will reject any incorrect speculative tokens.</a:t>
            </a:r>
          </a:p>
          <a:p>
            <a:pPr marL="0" indent="0" algn="just">
              <a:buNone/>
            </a:pPr>
            <a:endParaRPr lang="es-MX" dirty="0"/>
          </a:p>
        </p:txBody>
      </p:sp>
    </p:spTree>
    <p:extLst>
      <p:ext uri="{BB962C8B-B14F-4D97-AF65-F5344CB8AC3E}">
        <p14:creationId xmlns:p14="http://schemas.microsoft.com/office/powerpoint/2010/main" val="14554461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3C4FCF-B65C-FBF9-2C68-E6567BC25B82}"/>
              </a:ext>
            </a:extLst>
          </p:cNvPr>
          <p:cNvSpPr>
            <a:spLocks noGrp="1"/>
          </p:cNvSpPr>
          <p:nvPr>
            <p:ph type="title"/>
          </p:nvPr>
        </p:nvSpPr>
        <p:spPr/>
        <p:txBody>
          <a:bodyPr>
            <a:normAutofit/>
          </a:bodyPr>
          <a:lstStyle/>
          <a:p>
            <a:r>
              <a:rPr lang="en-US" b="1" dirty="0">
                <a:solidFill>
                  <a:srgbClr val="131314"/>
                </a:solidFill>
                <a:effectLst/>
                <a:latin typeface="Google Sans"/>
              </a:rPr>
              <a:t>How is prompt engineering used to guide LLM behavior</a:t>
            </a:r>
            <a:endParaRPr lang="es-MX" b="1" dirty="0"/>
          </a:p>
        </p:txBody>
      </p:sp>
      <p:sp>
        <p:nvSpPr>
          <p:cNvPr id="3" name="Marcador de contenido 2">
            <a:extLst>
              <a:ext uri="{FF2B5EF4-FFF2-40B4-BE49-F238E27FC236}">
                <a16:creationId xmlns:a16="http://schemas.microsoft.com/office/drawing/2014/main" id="{6E638BC3-2B30-512D-7D5B-970380254144}"/>
              </a:ext>
            </a:extLst>
          </p:cNvPr>
          <p:cNvSpPr>
            <a:spLocks noGrp="1"/>
          </p:cNvSpPr>
          <p:nvPr>
            <p:ph idx="1"/>
          </p:nvPr>
        </p:nvSpPr>
        <p:spPr>
          <a:xfrm>
            <a:off x="838200" y="2025650"/>
            <a:ext cx="10515600" cy="4351338"/>
          </a:xfrm>
        </p:spPr>
        <p:txBody>
          <a:bodyPr>
            <a:normAutofit fontScale="85000" lnSpcReduction="20000"/>
          </a:bodyPr>
          <a:lstStyle/>
          <a:p>
            <a:pPr marL="0" indent="0" algn="just">
              <a:buNone/>
            </a:pPr>
            <a:r>
              <a:rPr lang="en-US" b="1" i="0" dirty="0">
                <a:solidFill>
                  <a:srgbClr val="131314"/>
                </a:solidFill>
                <a:effectLst/>
                <a:latin typeface="Google Sans Text"/>
              </a:rPr>
              <a:t>Zero-shot prompting:</a:t>
            </a:r>
            <a:r>
              <a:rPr lang="en-US" b="0" i="0" dirty="0">
                <a:solidFill>
                  <a:srgbClr val="131314"/>
                </a:solidFill>
                <a:effectLst/>
                <a:latin typeface="Google Sans Text"/>
              </a:rPr>
              <a:t> The LLM is given a direct instruction or task description and relies solely on its pre-trained knowledge to generate a response. No examples are provided.</a:t>
            </a:r>
          </a:p>
          <a:p>
            <a:pPr marL="0" indent="0" algn="just">
              <a:buNone/>
            </a:pPr>
            <a:endParaRPr lang="en-US" dirty="0">
              <a:solidFill>
                <a:srgbClr val="131314"/>
              </a:solidFill>
              <a:latin typeface="Google Sans Text"/>
            </a:endParaRPr>
          </a:p>
          <a:p>
            <a:pPr marL="0" indent="0" algn="just">
              <a:buNone/>
            </a:pPr>
            <a:r>
              <a:rPr lang="en-US" b="1" i="0" dirty="0">
                <a:solidFill>
                  <a:srgbClr val="131314"/>
                </a:solidFill>
                <a:effectLst/>
                <a:latin typeface="Google Sans Text"/>
              </a:rPr>
              <a:t>Few-shot prompting:</a:t>
            </a:r>
            <a:r>
              <a:rPr lang="en-US" b="0" i="0" dirty="0">
                <a:solidFill>
                  <a:srgbClr val="131314"/>
                </a:solidFill>
                <a:effectLst/>
                <a:latin typeface="Google Sans Text"/>
              </a:rPr>
              <a:t> The prompt includes a task description along with a small number (e.g., three to five) of carefully chosen examples that guide the LLM's expected response format and content.</a:t>
            </a:r>
          </a:p>
          <a:p>
            <a:pPr marL="0" indent="0" algn="just">
              <a:buNone/>
            </a:pPr>
            <a:endParaRPr lang="en-US" b="0" i="0" dirty="0">
              <a:solidFill>
                <a:srgbClr val="131314"/>
              </a:solidFill>
              <a:effectLst/>
              <a:latin typeface="Google Sans Text"/>
            </a:endParaRPr>
          </a:p>
          <a:p>
            <a:pPr marL="0" indent="0" algn="just">
              <a:buNone/>
            </a:pPr>
            <a:r>
              <a:rPr lang="en-US" b="1" i="0" dirty="0">
                <a:solidFill>
                  <a:srgbClr val="131314"/>
                </a:solidFill>
                <a:effectLst/>
                <a:latin typeface="Google Sans Text"/>
              </a:rPr>
              <a:t>Chain-of-thought prompting:</a:t>
            </a:r>
            <a:r>
              <a:rPr lang="en-US" b="0" i="0" dirty="0">
                <a:solidFill>
                  <a:srgbClr val="131314"/>
                </a:solidFill>
                <a:effectLst/>
                <a:latin typeface="Google Sans Text"/>
              </a:rPr>
              <a:t> It is designed to improve performance on complex reasoning tasks. Instead of just a question, the prompt demonstrates a step-by-step reasoning process to solve similar problems. The LLM then generates its own detailed thought process before arriving at the final answer, breaking down the problem into smaller, manageable steps.</a:t>
            </a:r>
            <a:endParaRPr lang="es-MX" dirty="0"/>
          </a:p>
        </p:txBody>
      </p:sp>
    </p:spTree>
    <p:extLst>
      <p:ext uri="{BB962C8B-B14F-4D97-AF65-F5344CB8AC3E}">
        <p14:creationId xmlns:p14="http://schemas.microsoft.com/office/powerpoint/2010/main" val="15823790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BEE869-AA8A-B970-33B7-FAAF105B29E1}"/>
              </a:ext>
            </a:extLst>
          </p:cNvPr>
          <p:cNvSpPr>
            <a:spLocks noGrp="1"/>
          </p:cNvSpPr>
          <p:nvPr>
            <p:ph type="title"/>
          </p:nvPr>
        </p:nvSpPr>
        <p:spPr/>
        <p:txBody>
          <a:bodyPr>
            <a:normAutofit/>
          </a:bodyPr>
          <a:lstStyle/>
          <a:p>
            <a:r>
              <a:rPr lang="en-US" b="1" dirty="0">
                <a:solidFill>
                  <a:srgbClr val="131314"/>
                </a:solidFill>
                <a:effectLst/>
                <a:latin typeface="Google Sans"/>
              </a:rPr>
              <a:t>key emerging capabilities of LLMs</a:t>
            </a:r>
            <a:endParaRPr lang="es-MX" b="1" dirty="0"/>
          </a:p>
        </p:txBody>
      </p:sp>
      <p:sp>
        <p:nvSpPr>
          <p:cNvPr id="3" name="Marcador de contenido 2">
            <a:extLst>
              <a:ext uri="{FF2B5EF4-FFF2-40B4-BE49-F238E27FC236}">
                <a16:creationId xmlns:a16="http://schemas.microsoft.com/office/drawing/2014/main" id="{44886F6D-2DED-AF49-E84A-197693B32590}"/>
              </a:ext>
            </a:extLst>
          </p:cNvPr>
          <p:cNvSpPr>
            <a:spLocks noGrp="1"/>
          </p:cNvSpPr>
          <p:nvPr>
            <p:ph idx="1"/>
          </p:nvPr>
        </p:nvSpPr>
        <p:spPr/>
        <p:txBody>
          <a:bodyPr>
            <a:normAutofit fontScale="92500" lnSpcReduction="10000"/>
          </a:bodyPr>
          <a:lstStyle/>
          <a:p>
            <a:pPr algn="just">
              <a:buFont typeface="Arial" panose="020B0604020202020204" pitchFamily="34" charset="0"/>
              <a:buChar char="•"/>
            </a:pPr>
            <a:r>
              <a:rPr lang="en-US" b="1" i="0" dirty="0">
                <a:solidFill>
                  <a:srgbClr val="131314"/>
                </a:solidFill>
                <a:effectLst/>
                <a:latin typeface="Google Sans Text"/>
              </a:rPr>
              <a:t>Question Answering and Reasoning:</a:t>
            </a:r>
            <a:r>
              <a:rPr lang="en-US" b="0" i="0" dirty="0">
                <a:solidFill>
                  <a:srgbClr val="131314"/>
                </a:solidFill>
                <a:effectLst/>
                <a:latin typeface="Google Sans Text"/>
              </a:rPr>
              <a:t> LLMs can answer complex questions, provide detailed explanations, and perform various forms of reasoning, from common sense to mathematics, coding, and law.</a:t>
            </a:r>
          </a:p>
          <a:p>
            <a:pPr marL="0" indent="0" algn="just">
              <a:buNone/>
            </a:pPr>
            <a:endParaRPr lang="en-US" b="0" i="0" dirty="0">
              <a:solidFill>
                <a:srgbClr val="131314"/>
              </a:solidFill>
              <a:effectLst/>
              <a:latin typeface="Google Sans Text"/>
            </a:endParaRPr>
          </a:p>
          <a:p>
            <a:pPr algn="just">
              <a:buFont typeface="Arial" panose="020B0604020202020204" pitchFamily="34" charset="0"/>
              <a:buChar char="•"/>
            </a:pPr>
            <a:r>
              <a:rPr lang="en-US" b="1" i="0" dirty="0">
                <a:solidFill>
                  <a:srgbClr val="131314"/>
                </a:solidFill>
                <a:effectLst/>
                <a:latin typeface="Google Sans Text"/>
              </a:rPr>
              <a:t>Multimodal Applications:</a:t>
            </a:r>
            <a:r>
              <a:rPr lang="en-US" b="0" i="0" dirty="0">
                <a:solidFill>
                  <a:srgbClr val="131314"/>
                </a:solidFill>
                <a:effectLst/>
                <a:latin typeface="Google Sans Text"/>
              </a:rPr>
              <a:t> Modern LLMs are multimodal, meaning they can process and understand image, audio, and video inputs, and produce text outputs.</a:t>
            </a:r>
          </a:p>
          <a:p>
            <a:pPr marL="0" indent="0" algn="just">
              <a:buNone/>
            </a:pPr>
            <a:endParaRPr lang="en-US" b="0" i="0" dirty="0">
              <a:solidFill>
                <a:srgbClr val="131314"/>
              </a:solidFill>
              <a:effectLst/>
              <a:latin typeface="Google Sans Text"/>
            </a:endParaRPr>
          </a:p>
          <a:p>
            <a:pPr algn="just">
              <a:buFont typeface="Arial" panose="020B0604020202020204" pitchFamily="34" charset="0"/>
              <a:buChar char="•"/>
            </a:pPr>
            <a:r>
              <a:rPr lang="en-US" b="1" i="0" dirty="0">
                <a:solidFill>
                  <a:srgbClr val="131314"/>
                </a:solidFill>
                <a:effectLst/>
                <a:latin typeface="Google Sans Text"/>
              </a:rPr>
              <a:t>Virtual Assistants and Customer Support:</a:t>
            </a:r>
            <a:r>
              <a:rPr lang="en-US" b="0" i="0" dirty="0">
                <a:solidFill>
                  <a:srgbClr val="131314"/>
                </a:solidFill>
                <a:effectLst/>
                <a:latin typeface="Google Sans Text"/>
              </a:rPr>
              <a:t> LLMs power intelligent virtual assistants that provide personalized information and enhance customer support by considering user history and specific contexts.</a:t>
            </a:r>
          </a:p>
          <a:p>
            <a:pPr marL="0" indent="0" algn="just">
              <a:buNone/>
            </a:pPr>
            <a:endParaRPr lang="es-MX" dirty="0"/>
          </a:p>
        </p:txBody>
      </p:sp>
    </p:spTree>
    <p:extLst>
      <p:ext uri="{BB962C8B-B14F-4D97-AF65-F5344CB8AC3E}">
        <p14:creationId xmlns:p14="http://schemas.microsoft.com/office/powerpoint/2010/main" val="641113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8EA701C-19C1-5FD4-28C3-C8923C7FE9F3}"/>
              </a:ext>
            </a:extLst>
          </p:cNvPr>
          <p:cNvSpPr>
            <a:spLocks noGrp="1"/>
          </p:cNvSpPr>
          <p:nvPr>
            <p:ph idx="1"/>
          </p:nvPr>
        </p:nvSpPr>
        <p:spPr/>
        <p:txBody>
          <a:bodyPr/>
          <a:lstStyle/>
          <a:p>
            <a:pPr algn="just">
              <a:buFont typeface="Arial" panose="020B0604020202020204" pitchFamily="34" charset="0"/>
              <a:buChar char="•"/>
            </a:pPr>
            <a:r>
              <a:rPr lang="en-US" b="1" i="0" dirty="0">
                <a:solidFill>
                  <a:srgbClr val="131314"/>
                </a:solidFill>
                <a:effectLst/>
                <a:latin typeface="Google Sans Text"/>
              </a:rPr>
              <a:t>Academic and Specialized Platforms:</a:t>
            </a:r>
            <a:r>
              <a:rPr lang="en-US" b="0" i="0" dirty="0">
                <a:solidFill>
                  <a:srgbClr val="131314"/>
                </a:solidFill>
                <a:effectLst/>
                <a:latin typeface="Google Sans Text"/>
              </a:rPr>
              <a:t> Used in academic settings to answer complex queries, adapting to the user's level of understanding.</a:t>
            </a:r>
          </a:p>
          <a:p>
            <a:pPr marL="0" indent="0" algn="just">
              <a:buNone/>
            </a:pPr>
            <a:endParaRPr lang="en-US" b="0" i="0" dirty="0">
              <a:solidFill>
                <a:srgbClr val="131314"/>
              </a:solidFill>
              <a:effectLst/>
              <a:latin typeface="Google Sans Text"/>
            </a:endParaRPr>
          </a:p>
          <a:p>
            <a:pPr algn="just">
              <a:buFont typeface="Arial" panose="020B0604020202020204" pitchFamily="34" charset="0"/>
              <a:buChar char="•"/>
            </a:pPr>
            <a:r>
              <a:rPr lang="en-US" b="1" i="0" dirty="0">
                <a:solidFill>
                  <a:srgbClr val="131314"/>
                </a:solidFill>
                <a:effectLst/>
                <a:latin typeface="Google Sans Text"/>
              </a:rPr>
              <a:t>Model Evaluation (LLM-Powered </a:t>
            </a:r>
            <a:r>
              <a:rPr lang="en-US" b="1" i="0" dirty="0" err="1">
                <a:solidFill>
                  <a:srgbClr val="131314"/>
                </a:solidFill>
                <a:effectLst/>
                <a:latin typeface="Google Sans Text"/>
              </a:rPr>
              <a:t>Autoraters</a:t>
            </a:r>
            <a:r>
              <a:rPr lang="en-US" b="1" i="0" dirty="0">
                <a:solidFill>
                  <a:srgbClr val="131314"/>
                </a:solidFill>
                <a:effectLst/>
                <a:latin typeface="Google Sans Text"/>
              </a:rPr>
              <a:t>):</a:t>
            </a:r>
            <a:r>
              <a:rPr lang="en-US" b="0" i="0" dirty="0">
                <a:solidFill>
                  <a:srgbClr val="131314"/>
                </a:solidFill>
                <a:effectLst/>
                <a:latin typeface="Google Sans Text"/>
              </a:rPr>
              <a:t> To evaluate the outputs of other models, mimicking human judgment and providing rationales for their decisions, which is crucial for scalable and efficient assessment of AI systems.</a:t>
            </a:r>
          </a:p>
        </p:txBody>
      </p:sp>
    </p:spTree>
    <p:extLst>
      <p:ext uri="{BB962C8B-B14F-4D97-AF65-F5344CB8AC3E}">
        <p14:creationId xmlns:p14="http://schemas.microsoft.com/office/powerpoint/2010/main" val="29763114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8F6654-73A3-9D07-9F4E-E0E8BC15A436}"/>
              </a:ext>
            </a:extLst>
          </p:cNvPr>
          <p:cNvSpPr>
            <a:spLocks noGrp="1"/>
          </p:cNvSpPr>
          <p:nvPr>
            <p:ph type="title"/>
          </p:nvPr>
        </p:nvSpPr>
        <p:spPr/>
        <p:txBody>
          <a:bodyPr/>
          <a:lstStyle/>
          <a:p>
            <a:r>
              <a:rPr lang="es-CO" b="1" dirty="0" err="1"/>
              <a:t>Metrics</a:t>
            </a:r>
            <a:r>
              <a:rPr lang="es-CO" b="1" dirty="0"/>
              <a:t> in </a:t>
            </a:r>
            <a:r>
              <a:rPr lang="es-CO" b="1" dirty="0" err="1"/>
              <a:t>LLMs</a:t>
            </a:r>
            <a:endParaRPr lang="es-MX" b="1" dirty="0"/>
          </a:p>
        </p:txBody>
      </p:sp>
      <p:sp>
        <p:nvSpPr>
          <p:cNvPr id="4" name="Rectangle 1">
            <a:extLst>
              <a:ext uri="{FF2B5EF4-FFF2-40B4-BE49-F238E27FC236}">
                <a16:creationId xmlns:a16="http://schemas.microsoft.com/office/drawing/2014/main" id="{52871302-465F-8F62-823F-ECDFAFED17F7}"/>
              </a:ext>
            </a:extLst>
          </p:cNvPr>
          <p:cNvSpPr>
            <a:spLocks noGrp="1" noChangeArrowheads="1"/>
          </p:cNvSpPr>
          <p:nvPr>
            <p:ph idx="1"/>
          </p:nvPr>
        </p:nvSpPr>
        <p:spPr bwMode="auto">
          <a:xfrm>
            <a:off x="742950" y="4356001"/>
            <a:ext cx="102108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Token-</a:t>
            </a:r>
            <a:r>
              <a:rPr kumimoji="0" lang="es-MX" altLang="es-MX" sz="2400" b="1" i="0" u="none" strike="noStrike" cap="none" normalizeH="0" baseline="0" dirty="0" err="1">
                <a:ln>
                  <a:noFill/>
                </a:ln>
                <a:solidFill>
                  <a:schemeClr val="tx1"/>
                </a:solidFill>
                <a:effectLst/>
                <a:latin typeface="Arial" panose="020B0604020202020204" pitchFamily="34" charset="0"/>
              </a:rPr>
              <a:t>level</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probabilistic</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metrics</a:t>
            </a:r>
            <a:endParaRPr kumimoji="0" lang="es-MX" altLang="es-MX" sz="24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Overlap-based</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generation</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metrics</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Embedding-based</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semantic</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metrics</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Task-specific</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metrics</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Human and LLM-as-a-</a:t>
            </a:r>
            <a:r>
              <a:rPr kumimoji="0" lang="es-MX" altLang="es-MX" sz="2400" b="1" i="0" u="none" strike="noStrike" cap="none" normalizeH="0" baseline="0" dirty="0" err="1">
                <a:ln>
                  <a:noFill/>
                </a:ln>
                <a:solidFill>
                  <a:schemeClr val="tx1"/>
                </a:solidFill>
                <a:effectLst/>
                <a:latin typeface="Arial" panose="020B0604020202020204" pitchFamily="34" charset="0"/>
              </a:rPr>
              <a:t>judge</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evaluation</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Emerging</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preference-based</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metrics</a:t>
            </a:r>
            <a:endParaRPr kumimoji="0" lang="es-MX" altLang="es-MX" sz="2400" b="0" i="0" u="none" strike="noStrike" cap="none" normalizeH="0" baseline="0" dirty="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14D0B527-CA15-5A6D-D3CA-299B4450EFF4}"/>
              </a:ext>
            </a:extLst>
          </p:cNvPr>
          <p:cNvSpPr txBox="1"/>
          <p:nvPr/>
        </p:nvSpPr>
        <p:spPr>
          <a:xfrm>
            <a:off x="742950" y="1479888"/>
            <a:ext cx="10306050" cy="2677656"/>
          </a:xfrm>
          <a:prstGeom prst="rect">
            <a:avLst/>
          </a:prstGeom>
          <a:noFill/>
        </p:spPr>
        <p:txBody>
          <a:bodyPr wrap="square">
            <a:spAutoFit/>
          </a:bodyPr>
          <a:lstStyle/>
          <a:p>
            <a:pPr>
              <a:buNone/>
            </a:pPr>
            <a:r>
              <a:rPr lang="en-US" sz="2400" b="1" dirty="0"/>
              <a:t>There is no single "best" metric. </a:t>
            </a:r>
            <a:r>
              <a:rPr lang="en-US" sz="2400" dirty="0"/>
              <a:t>Evaluation depends on:</a:t>
            </a:r>
          </a:p>
          <a:p>
            <a:pPr>
              <a:buNone/>
            </a:pPr>
            <a:endParaRPr lang="en-US" sz="2400" dirty="0"/>
          </a:p>
          <a:p>
            <a:pPr>
              <a:buFont typeface="Arial" panose="020B0604020202020204" pitchFamily="34" charset="0"/>
              <a:buChar char="•"/>
            </a:pPr>
            <a:r>
              <a:rPr lang="en-US" sz="2400" dirty="0"/>
              <a:t> The training objective</a:t>
            </a:r>
          </a:p>
          <a:p>
            <a:pPr>
              <a:buFont typeface="Arial" panose="020B0604020202020204" pitchFamily="34" charset="0"/>
              <a:buChar char="•"/>
            </a:pPr>
            <a:r>
              <a:rPr lang="en-US" sz="2400" dirty="0"/>
              <a:t> The deployment setting</a:t>
            </a:r>
          </a:p>
          <a:p>
            <a:pPr>
              <a:buFont typeface="Arial" panose="020B0604020202020204" pitchFamily="34" charset="0"/>
              <a:buChar char="•"/>
            </a:pPr>
            <a:r>
              <a:rPr lang="en-US" sz="2400" dirty="0"/>
              <a:t> The task type</a:t>
            </a:r>
          </a:p>
          <a:p>
            <a:pPr>
              <a:buFont typeface="Arial" panose="020B0604020202020204" pitchFamily="34" charset="0"/>
              <a:buChar char="•"/>
            </a:pPr>
            <a:r>
              <a:rPr lang="en-US" sz="2400" dirty="0"/>
              <a:t> Whether references exist</a:t>
            </a:r>
          </a:p>
          <a:p>
            <a:pPr>
              <a:buFont typeface="Arial" panose="020B0604020202020204" pitchFamily="34" charset="0"/>
              <a:buChar char="•"/>
            </a:pPr>
            <a:r>
              <a:rPr lang="en-US" sz="2400" dirty="0"/>
              <a:t> Whether semantic equivalence is acceptable</a:t>
            </a:r>
          </a:p>
        </p:txBody>
      </p:sp>
    </p:spTree>
    <p:extLst>
      <p:ext uri="{BB962C8B-B14F-4D97-AF65-F5344CB8AC3E}">
        <p14:creationId xmlns:p14="http://schemas.microsoft.com/office/powerpoint/2010/main" val="7841759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D05572-15AA-B33A-731D-05DC4A832717}"/>
              </a:ext>
            </a:extLst>
          </p:cNvPr>
          <p:cNvSpPr>
            <a:spLocks noGrp="1"/>
          </p:cNvSpPr>
          <p:nvPr>
            <p:ph type="title"/>
          </p:nvPr>
        </p:nvSpPr>
        <p:spPr>
          <a:xfrm>
            <a:off x="838199" y="107587"/>
            <a:ext cx="10515600" cy="1325563"/>
          </a:xfrm>
        </p:spPr>
        <p:txBody>
          <a:bodyPr/>
          <a:lstStyle/>
          <a:p>
            <a:r>
              <a:rPr lang="es-MX" dirty="0"/>
              <a:t>1.1 Cross-</a:t>
            </a:r>
            <a:r>
              <a:rPr lang="es-MX" dirty="0" err="1"/>
              <a:t>Entropy</a:t>
            </a:r>
            <a:r>
              <a:rPr lang="es-MX" dirty="0"/>
              <a:t> </a:t>
            </a:r>
            <a:r>
              <a:rPr lang="es-MX" dirty="0" err="1"/>
              <a:t>Loss</a:t>
            </a:r>
            <a:endParaRPr lang="es-MX"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522B180-01DA-B9D1-EC70-E907F6D55D81}"/>
                  </a:ext>
                </a:extLst>
              </p:cNvPr>
              <p:cNvSpPr>
                <a:spLocks noGrp="1"/>
              </p:cNvSpPr>
              <p:nvPr>
                <p:ph idx="1"/>
              </p:nvPr>
            </p:nvSpPr>
            <p:spPr>
              <a:xfrm>
                <a:off x="838200" y="1530350"/>
                <a:ext cx="10515600" cy="4351338"/>
              </a:xfrm>
            </p:spPr>
            <p:txBody>
              <a:bodyPr>
                <a:normAutofit/>
              </a:bodyPr>
              <a:lstStyle/>
              <a:p>
                <a:pPr marL="0" indent="0">
                  <a:buNone/>
                </a:pPr>
                <a:r>
                  <a:rPr lang="es-MX" sz="2400" dirty="0" err="1"/>
                  <a:t>Given</a:t>
                </a:r>
                <a:r>
                  <a:rPr lang="es-MX" sz="2400" dirty="0"/>
                  <a:t> a </a:t>
                </a:r>
                <a:r>
                  <a:rPr lang="es-MX" sz="2400" dirty="0" err="1"/>
                  <a:t>sequence</a:t>
                </a:r>
                <a:r>
                  <a:rPr lang="es-MX" sz="2400" dirty="0"/>
                  <a:t> </a:t>
                </a:r>
                <a:r>
                  <a:rPr lang="es-MX" sz="2400" dirty="0" err="1"/>
                  <a:t>of</a:t>
                </a:r>
                <a:r>
                  <a:rPr lang="es-MX" sz="2400" dirty="0"/>
                  <a:t> tokens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1</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2</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𝑇</m:t>
                        </m:r>
                      </m:sub>
                    </m:sSub>
                  </m:oMath>
                </a14:m>
                <a:r>
                  <a:rPr lang="ar-AE" sz="2400" dirty="0"/>
                  <a:t>, </a:t>
                </a:r>
                <a:r>
                  <a:rPr lang="es-MX" sz="2400" dirty="0" err="1"/>
                  <a:t>an</a:t>
                </a:r>
                <a:r>
                  <a:rPr lang="es-MX" sz="2400" dirty="0"/>
                  <a:t> </a:t>
                </a:r>
                <a:r>
                  <a:rPr lang="es-MX" sz="2400" dirty="0" err="1"/>
                  <a:t>autoregressive</a:t>
                </a:r>
                <a:r>
                  <a:rPr lang="es-MX" sz="2400" dirty="0"/>
                  <a:t> LLM </a:t>
                </a:r>
                <a:r>
                  <a:rPr lang="es-MX" sz="2400" dirty="0" err="1"/>
                  <a:t>models</a:t>
                </a:r>
                <a:r>
                  <a:rPr lang="es-MX" sz="2400" dirty="0"/>
                  <a:t>:</a:t>
                </a:r>
              </a:p>
              <a:p>
                <a:pPr marL="0" indent="0">
                  <a:buNone/>
                </a:pPr>
                <a14:m>
                  <m:oMathPara xmlns:m="http://schemas.openxmlformats.org/officeDocument/2006/math">
                    <m:oMathParaPr>
                      <m:jc m:val="centerGroup"/>
                    </m:oMathParaPr>
                    <m:oMath xmlns:m="http://schemas.openxmlformats.org/officeDocument/2006/math">
                      <m:r>
                        <a:rPr lang="es-MX" sz="2400" i="1">
                          <a:latin typeface="Cambria Math" panose="02040503050406030204" pitchFamily="18" charset="0"/>
                        </a:rPr>
                        <m:t>𝑃</m:t>
                      </m:r>
                      <m:d>
                        <m:dPr>
                          <m:ctrlPr>
                            <a:rPr lang="ar-AE" sz="2400" i="1">
                              <a:latin typeface="Cambria Math" panose="02040503050406030204" pitchFamily="18" charset="0"/>
                            </a:rPr>
                          </m:ctrlPr>
                        </m:dPr>
                        <m:e>
                          <m:r>
                            <a:rPr lang="ar-AE" sz="2400" i="1">
                              <a:latin typeface="Cambria Math" panose="02040503050406030204" pitchFamily="18" charset="0"/>
                            </a:rPr>
                            <m:t>𝑥</m:t>
                          </m:r>
                        </m:e>
                      </m:d>
                      <m:r>
                        <a:rPr lang="ar-AE" sz="2400">
                          <a:latin typeface="Cambria Math" panose="02040503050406030204" pitchFamily="18" charset="0"/>
                        </a:rPr>
                        <m:t>=</m:t>
                      </m:r>
                      <m:nary>
                        <m:naryPr>
                          <m:chr m:val="∏"/>
                          <m:grow m:val="on"/>
                          <m:ctrlPr>
                            <a:rPr lang="ar-AE" sz="2400" i="1">
                              <a:latin typeface="Cambria Math" panose="02040503050406030204" pitchFamily="18" charset="0"/>
                            </a:rPr>
                          </m:ctrlPr>
                        </m:naryPr>
                        <m:sub>
                          <m:r>
                            <a:rPr lang="ar-AE" sz="2400" i="1">
                              <a:latin typeface="Cambria Math" panose="02040503050406030204" pitchFamily="18" charset="0"/>
                            </a:rPr>
                            <m:t>𝑡</m:t>
                          </m:r>
                          <m:r>
                            <a:rPr lang="ar-AE" sz="2400">
                              <a:latin typeface="Cambria Math" panose="02040503050406030204" pitchFamily="18" charset="0"/>
                            </a:rPr>
                            <m:t>=</m:t>
                          </m:r>
                          <m:r>
                            <a:rPr lang="ar-AE" sz="2400">
                              <a:latin typeface="Cambria Math" panose="02040503050406030204" pitchFamily="18" charset="0"/>
                            </a:rPr>
                            <m:t>1</m:t>
                          </m:r>
                        </m:sub>
                        <m:sup>
                          <m:r>
                            <a:rPr lang="ar-AE" sz="2400" i="1">
                              <a:latin typeface="Cambria Math" panose="02040503050406030204" pitchFamily="18" charset="0"/>
                            </a:rPr>
                            <m:t>𝑇</m:t>
                          </m:r>
                        </m:sup>
                        <m:e>
                          <m:r>
                            <a:rPr lang="ar-AE" sz="2400" i="1">
                              <a:latin typeface="Cambria Math" panose="02040503050406030204" pitchFamily="18" charset="0"/>
                            </a:rPr>
                            <m:t>𝑃</m:t>
                          </m:r>
                        </m:e>
                      </m:nary>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&lt;</m:t>
                              </m:r>
                              <m:r>
                                <a:rPr lang="ar-AE" sz="2400" i="1">
                                  <a:latin typeface="Cambria Math" panose="02040503050406030204" pitchFamily="18" charset="0"/>
                                </a:rPr>
                                <m:t>𝑡</m:t>
                              </m:r>
                            </m:sub>
                          </m:sSub>
                        </m:e>
                      </m:d>
                    </m:oMath>
                  </m:oMathPara>
                </a14:m>
                <a:endParaRPr lang="ar-AE" sz="2400" dirty="0"/>
              </a:p>
              <a:p>
                <a:pPr marL="0" indent="0">
                  <a:buNone/>
                </a:pPr>
                <a:r>
                  <a:rPr lang="es-MX" sz="2400" dirty="0"/>
                  <a:t>Cross-</a:t>
                </a:r>
                <a:r>
                  <a:rPr lang="es-MX" sz="2400" dirty="0" err="1"/>
                  <a:t>entropy</a:t>
                </a:r>
                <a:r>
                  <a:rPr lang="es-MX" sz="2400" dirty="0"/>
                  <a:t> </a:t>
                </a:r>
                <a:r>
                  <a:rPr lang="es-MX" sz="2400" dirty="0" err="1"/>
                  <a:t>loss</a:t>
                </a:r>
                <a:r>
                  <a:rPr lang="es-MX" sz="2400" dirty="0"/>
                  <a:t> </a:t>
                </a:r>
                <a:r>
                  <a:rPr lang="es-MX" sz="2400" dirty="0" err="1"/>
                  <a:t>is</a:t>
                </a:r>
                <a:r>
                  <a:rPr lang="es-MX" sz="2400" dirty="0"/>
                  <a:t>:</a:t>
                </a:r>
              </a:p>
              <a:p>
                <a:pPr marL="0" indent="0">
                  <a:buNone/>
                </a:pPr>
                <a14:m>
                  <m:oMathPara xmlns:m="http://schemas.openxmlformats.org/officeDocument/2006/math">
                    <m:oMathParaPr>
                      <m:jc m:val="centerGroup"/>
                    </m:oMathParaPr>
                    <m:oMath xmlns:m="http://schemas.openxmlformats.org/officeDocument/2006/math">
                      <m:r>
                        <a:rPr lang="es-MX" sz="2400">
                          <a:latin typeface="Cambria Math" panose="02040503050406030204" pitchFamily="18" charset="0"/>
                        </a:rPr>
                        <m:t>ℒ</m:t>
                      </m:r>
                      <m:r>
                        <a:rPr lang="es-MX" sz="2400">
                          <a:latin typeface="Cambria Math" panose="02040503050406030204" pitchFamily="18" charset="0"/>
                        </a:rPr>
                        <m:t>=−</m:t>
                      </m:r>
                      <m:f>
                        <m:fPr>
                          <m:ctrlPr>
                            <a:rPr lang="ar-AE" sz="2400" i="1">
                              <a:latin typeface="Cambria Math" panose="02040503050406030204" pitchFamily="18" charset="0"/>
                            </a:rPr>
                          </m:ctrlPr>
                        </m:fPr>
                        <m:num>
                          <m:r>
                            <a:rPr lang="ar-AE" sz="2400">
                              <a:latin typeface="Cambria Math" panose="02040503050406030204" pitchFamily="18" charset="0"/>
                            </a:rPr>
                            <m:t>1</m:t>
                          </m:r>
                        </m:num>
                        <m:den>
                          <m:r>
                            <a:rPr lang="ar-AE" sz="2400" i="1">
                              <a:latin typeface="Cambria Math" panose="02040503050406030204" pitchFamily="18" charset="0"/>
                            </a:rPr>
                            <m:t>𝑇</m:t>
                          </m:r>
                        </m:den>
                      </m:f>
                      <m:func>
                        <m:funcPr>
                          <m:ctrlPr>
                            <a:rPr lang="ar-AE" sz="2400" i="1">
                              <a:latin typeface="Cambria Math" panose="02040503050406030204" pitchFamily="18" charset="0"/>
                            </a:rPr>
                          </m:ctrlPr>
                        </m:funcPr>
                        <m:fName>
                          <m:nary>
                            <m:naryPr>
                              <m:chr m:val="∑"/>
                              <m:grow m:val="on"/>
                              <m:ctrlPr>
                                <a:rPr lang="ar-AE" sz="2400" i="1">
                                  <a:latin typeface="Cambria Math" panose="02040503050406030204" pitchFamily="18" charset="0"/>
                                </a:rPr>
                              </m:ctrlPr>
                            </m:naryPr>
                            <m:sub>
                              <m:r>
                                <a:rPr lang="ar-AE" sz="2400" i="1">
                                  <a:latin typeface="Cambria Math" panose="02040503050406030204" pitchFamily="18" charset="0"/>
                                </a:rPr>
                                <m:t>𝑡</m:t>
                              </m:r>
                              <m:r>
                                <a:rPr lang="ar-AE" sz="2400">
                                  <a:latin typeface="Cambria Math" panose="02040503050406030204" pitchFamily="18" charset="0"/>
                                </a:rPr>
                                <m:t>=</m:t>
                              </m:r>
                              <m:r>
                                <a:rPr lang="ar-AE" sz="2400">
                                  <a:latin typeface="Cambria Math" panose="02040503050406030204" pitchFamily="18" charset="0"/>
                                </a:rPr>
                                <m:t>1</m:t>
                              </m:r>
                            </m:sub>
                            <m:sup>
                              <m:r>
                                <a:rPr lang="ar-AE" sz="2400" i="1">
                                  <a:latin typeface="Cambria Math" panose="02040503050406030204" pitchFamily="18" charset="0"/>
                                </a:rPr>
                                <m:t>𝑇</m:t>
                              </m:r>
                            </m:sup>
                            <m:e>
                              <m:r>
                                <m:rPr>
                                  <m:sty m:val="p"/>
                                </m:rPr>
                                <a:rPr lang="es-MX" sz="2400">
                                  <a:latin typeface="Cambria Math" panose="02040503050406030204" pitchFamily="18" charset="0"/>
                                </a:rPr>
                                <m:t>log</m:t>
                              </m:r>
                            </m:e>
                          </m:nary>
                        </m:fName>
                        <m:e>
                          <m:r>
                            <a:rPr lang="ar-AE" sz="2400" i="1">
                              <a:latin typeface="Cambria Math" panose="02040503050406030204" pitchFamily="18" charset="0"/>
                            </a:rPr>
                            <m:t>𝑃</m:t>
                          </m:r>
                        </m:e>
                      </m:func>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&lt;</m:t>
                              </m:r>
                              <m:r>
                                <a:rPr lang="ar-AE" sz="2400" i="1">
                                  <a:latin typeface="Cambria Math" panose="02040503050406030204" pitchFamily="18" charset="0"/>
                                </a:rPr>
                                <m:t>𝑡</m:t>
                              </m:r>
                            </m:sub>
                          </m:sSub>
                        </m:e>
                      </m:d>
                    </m:oMath>
                  </m:oMathPara>
                </a14:m>
                <a:endParaRPr lang="ar-AE" sz="2400" dirty="0"/>
              </a:p>
              <a:p>
                <a:pPr marL="0" indent="0">
                  <a:buNone/>
                </a:pPr>
                <a:endParaRPr lang="es-MX" sz="2400" dirty="0"/>
              </a:p>
            </p:txBody>
          </p:sp>
        </mc:Choice>
        <mc:Fallback xmlns="">
          <p:sp>
            <p:nvSpPr>
              <p:cNvPr id="3" name="Marcador de contenido 2">
                <a:extLst>
                  <a:ext uri="{FF2B5EF4-FFF2-40B4-BE49-F238E27FC236}">
                    <a16:creationId xmlns:a16="http://schemas.microsoft.com/office/drawing/2014/main" id="{7522B180-01DA-B9D1-EC70-E907F6D55D81}"/>
                  </a:ext>
                </a:extLst>
              </p:cNvPr>
              <p:cNvSpPr>
                <a:spLocks noGrp="1" noRot="1" noChangeAspect="1" noMove="1" noResize="1" noEditPoints="1" noAdjustHandles="1" noChangeArrowheads="1" noChangeShapeType="1" noTextEdit="1"/>
              </p:cNvSpPr>
              <p:nvPr>
                <p:ph idx="1"/>
              </p:nvPr>
            </p:nvSpPr>
            <p:spPr>
              <a:xfrm>
                <a:off x="838200" y="1530350"/>
                <a:ext cx="10515600" cy="4351338"/>
              </a:xfrm>
              <a:blipFill>
                <a:blip r:embed="rId2"/>
                <a:stretch>
                  <a:fillRect l="-928" t="-2101"/>
                </a:stretch>
              </a:blipFill>
            </p:spPr>
            <p:txBody>
              <a:bodyPr/>
              <a:lstStyle/>
              <a:p>
                <a:r>
                  <a:rPr lang="es-MX">
                    <a:noFill/>
                  </a:rPr>
                  <a:t> </a:t>
                </a:r>
              </a:p>
            </p:txBody>
          </p:sp>
        </mc:Fallback>
      </mc:AlternateContent>
      <p:sp>
        <p:nvSpPr>
          <p:cNvPr id="5" name="Rectangle 2">
            <a:extLst>
              <a:ext uri="{FF2B5EF4-FFF2-40B4-BE49-F238E27FC236}">
                <a16:creationId xmlns:a16="http://schemas.microsoft.com/office/drawing/2014/main" id="{F42D1425-AD27-F32B-90D1-213113B9A700}"/>
              </a:ext>
            </a:extLst>
          </p:cNvPr>
          <p:cNvSpPr>
            <a:spLocks noChangeArrowheads="1"/>
          </p:cNvSpPr>
          <p:nvPr/>
        </p:nvSpPr>
        <p:spPr bwMode="auto">
          <a:xfrm>
            <a:off x="545409" y="4625458"/>
            <a:ext cx="1110118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Measures</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how</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well</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the</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predicted</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distribution</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matches</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the</a:t>
            </a:r>
            <a:r>
              <a:rPr kumimoji="0" lang="es-MX" altLang="es-MX" sz="1800" b="0" i="0" u="none" strike="noStrike" cap="none" normalizeH="0" baseline="0" dirty="0">
                <a:ln>
                  <a:noFill/>
                </a:ln>
                <a:solidFill>
                  <a:schemeClr val="tx1"/>
                </a:solidFill>
                <a:effectLst/>
                <a:latin typeface="Arial" panose="020B0604020202020204" pitchFamily="34" charset="0"/>
              </a:rPr>
              <a:t> true token, </a:t>
            </a:r>
            <a:r>
              <a:rPr kumimoji="0" lang="es-MX" altLang="es-MX" sz="1800" b="0" i="0" u="none" strike="noStrike" cap="none" normalizeH="0" baseline="0" dirty="0" err="1">
                <a:ln>
                  <a:noFill/>
                </a:ln>
                <a:solidFill>
                  <a:schemeClr val="tx1"/>
                </a:solidFill>
                <a:effectLst/>
                <a:latin typeface="Arial" panose="020B0604020202020204" pitchFamily="34" charset="0"/>
              </a:rPr>
              <a:t>Lower</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is</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better</a:t>
            </a:r>
            <a:r>
              <a:rPr kumimoji="0" lang="es-MX" altLang="es-MX" sz="1800" b="0" i="0" u="none" strike="noStrike" cap="none" normalizeH="0" baseline="0" dirty="0">
                <a:ln>
                  <a:noFill/>
                </a:ln>
                <a:solidFill>
                  <a:schemeClr val="tx1"/>
                </a:solidFill>
                <a:effectLst/>
                <a:latin typeface="Arial" panose="020B0604020202020204" pitchFamily="34" charset="0"/>
              </a:rPr>
              <a:t>, Used </a:t>
            </a:r>
            <a:r>
              <a:rPr kumimoji="0" lang="es-MX" altLang="es-MX" sz="1800" b="0" i="0" u="none" strike="noStrike" cap="none" normalizeH="0" baseline="0" dirty="0" err="1">
                <a:ln>
                  <a:noFill/>
                </a:ln>
                <a:solidFill>
                  <a:schemeClr val="tx1"/>
                </a:solidFill>
                <a:effectLst/>
                <a:latin typeface="Arial" panose="020B0604020202020204" pitchFamily="34" charset="0"/>
              </a:rPr>
              <a:t>during</a:t>
            </a:r>
            <a:r>
              <a:rPr kumimoji="0" lang="es-MX" altLang="es-MX" sz="1800" b="0" i="0" u="none" strike="noStrike" cap="none" normalizeH="0" baseline="0" dirty="0">
                <a:ln>
                  <a:noFill/>
                </a:ln>
                <a:solidFill>
                  <a:schemeClr val="tx1"/>
                </a:solidFill>
                <a:effectLst/>
                <a:latin typeface="Arial" panose="020B0604020202020204" pitchFamily="34" charset="0"/>
              </a:rPr>
              <a:t> training.</a:t>
            </a:r>
          </a:p>
        </p:txBody>
      </p:sp>
      <p:sp>
        <p:nvSpPr>
          <p:cNvPr id="6" name="Rectangle 3">
            <a:extLst>
              <a:ext uri="{FF2B5EF4-FFF2-40B4-BE49-F238E27FC236}">
                <a16:creationId xmlns:a16="http://schemas.microsoft.com/office/drawing/2014/main" id="{B6C22702-0CD2-D653-B3F6-5AE1ABFBD9D8}"/>
              </a:ext>
            </a:extLst>
          </p:cNvPr>
          <p:cNvSpPr>
            <a:spLocks noChangeArrowheads="1"/>
          </p:cNvSpPr>
          <p:nvPr/>
        </p:nvSpPr>
        <p:spPr bwMode="auto">
          <a:xfrm>
            <a:off x="545409" y="5320783"/>
            <a:ext cx="98487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Proper</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scoring</a:t>
            </a:r>
            <a:r>
              <a:rPr kumimoji="0" lang="es-MX" altLang="es-MX" sz="1800" b="0" i="0" u="none" strike="noStrike" cap="none" normalizeH="0" baseline="0" dirty="0">
                <a:ln>
                  <a:noFill/>
                </a:ln>
                <a:solidFill>
                  <a:schemeClr val="tx1"/>
                </a:solidFill>
                <a:effectLst/>
                <a:latin typeface="Arial" panose="020B0604020202020204" pitchFamily="34" charset="0"/>
              </a:rPr>
              <a:t> rule, </a:t>
            </a:r>
            <a:r>
              <a:rPr kumimoji="0" lang="es-MX" altLang="es-MX" sz="1800" b="0" i="0" u="none" strike="noStrike" cap="none" normalizeH="0" baseline="0" dirty="0" err="1">
                <a:ln>
                  <a:noFill/>
                </a:ln>
                <a:solidFill>
                  <a:schemeClr val="tx1"/>
                </a:solidFill>
                <a:effectLst/>
                <a:latin typeface="Arial" panose="020B0604020202020204" pitchFamily="34" charset="0"/>
              </a:rPr>
              <a:t>Theoretically</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grounded</a:t>
            </a:r>
            <a:r>
              <a:rPr kumimoji="0" lang="es-MX" altLang="es-MX" sz="1800" b="0" i="0" u="none" strike="noStrike" cap="none" normalizeH="0" baseline="0" dirty="0">
                <a:ln>
                  <a:noFill/>
                </a:ln>
                <a:solidFill>
                  <a:schemeClr val="tx1"/>
                </a:solidFill>
                <a:effectLst/>
                <a:latin typeface="Arial" panose="020B0604020202020204" pitchFamily="34" charset="0"/>
              </a:rPr>
              <a:t> in </a:t>
            </a:r>
            <a:r>
              <a:rPr kumimoji="0" lang="es-MX" altLang="es-MX" sz="1800" b="0" i="0" u="none" strike="noStrike" cap="none" normalizeH="0" baseline="0" dirty="0" err="1">
                <a:ln>
                  <a:noFill/>
                </a:ln>
                <a:solidFill>
                  <a:schemeClr val="tx1"/>
                </a:solidFill>
                <a:effectLst/>
                <a:latin typeface="Arial" panose="020B0604020202020204" pitchFamily="34" charset="0"/>
              </a:rPr>
              <a:t>information</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theory</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Directly</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optimizes</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likelihood</a:t>
            </a:r>
            <a:r>
              <a:rPr kumimoji="0" lang="es-MX" altLang="es-MX" sz="1800" b="0" i="0" u="none" strike="noStrike" cap="none" normalizeH="0" baseline="0" dirty="0">
                <a:ln>
                  <a:noFill/>
                </a:ln>
                <a:solidFill>
                  <a:schemeClr val="tx1"/>
                </a:solidFill>
                <a:effectLst/>
                <a:latin typeface="Arial" panose="020B0604020202020204" pitchFamily="34" charset="0"/>
              </a:rPr>
              <a:t>.</a:t>
            </a:r>
          </a:p>
        </p:txBody>
      </p:sp>
      <p:sp>
        <p:nvSpPr>
          <p:cNvPr id="7" name="Rectangle 4">
            <a:extLst>
              <a:ext uri="{FF2B5EF4-FFF2-40B4-BE49-F238E27FC236}">
                <a16:creationId xmlns:a16="http://schemas.microsoft.com/office/drawing/2014/main" id="{925BB060-3C0F-6292-8C1E-45D627FC0C62}"/>
              </a:ext>
            </a:extLst>
          </p:cNvPr>
          <p:cNvSpPr>
            <a:spLocks noChangeArrowheads="1"/>
          </p:cNvSpPr>
          <p:nvPr/>
        </p:nvSpPr>
        <p:spPr bwMode="auto">
          <a:xfrm>
            <a:off x="571500" y="5884515"/>
            <a:ext cx="1110118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Does</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not</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measure</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semantic</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correctness</a:t>
            </a:r>
            <a:r>
              <a:rPr kumimoji="0" lang="es-MX" altLang="es-MX" sz="1800" b="0" i="0" u="none" strike="noStrike" cap="none" normalizeH="0" baseline="0" dirty="0">
                <a:ln>
                  <a:noFill/>
                </a:ln>
                <a:solidFill>
                  <a:schemeClr val="tx1"/>
                </a:solidFill>
                <a:effectLst/>
                <a:latin typeface="Arial" panose="020B0604020202020204" pitchFamily="34" charset="0"/>
              </a:rPr>
              <a:t>, Small </a:t>
            </a:r>
            <a:r>
              <a:rPr kumimoji="0" lang="es-MX" altLang="es-MX" sz="1800" b="0" i="0" u="none" strike="noStrike" cap="none" normalizeH="0" baseline="0" dirty="0" err="1">
                <a:ln>
                  <a:noFill/>
                </a:ln>
                <a:solidFill>
                  <a:schemeClr val="tx1"/>
                </a:solidFill>
                <a:effectLst/>
                <a:latin typeface="Arial" panose="020B0604020202020204" pitchFamily="34" charset="0"/>
              </a:rPr>
              <a:t>changes</a:t>
            </a:r>
            <a:r>
              <a:rPr kumimoji="0" lang="es-MX" altLang="es-MX" sz="1800" b="0" i="0" u="none" strike="noStrike" cap="none" normalizeH="0" baseline="0" dirty="0">
                <a:ln>
                  <a:noFill/>
                </a:ln>
                <a:solidFill>
                  <a:schemeClr val="tx1"/>
                </a:solidFill>
                <a:effectLst/>
                <a:latin typeface="Arial" panose="020B0604020202020204" pitchFamily="34" charset="0"/>
              </a:rPr>
              <a:t> in </a:t>
            </a:r>
            <a:r>
              <a:rPr kumimoji="0" lang="es-MX" altLang="es-MX" sz="1800" b="0" i="0" u="none" strike="noStrike" cap="none" normalizeH="0" baseline="0" dirty="0" err="1">
                <a:ln>
                  <a:noFill/>
                </a:ln>
                <a:solidFill>
                  <a:schemeClr val="tx1"/>
                </a:solidFill>
                <a:effectLst/>
                <a:latin typeface="Arial" panose="020B0604020202020204" pitchFamily="34" charset="0"/>
              </a:rPr>
              <a:t>wording</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may</a:t>
            </a:r>
            <a:r>
              <a:rPr kumimoji="0" lang="es-MX" altLang="es-MX" sz="1800" b="0" i="0" u="none" strike="noStrike" cap="none" normalizeH="0" baseline="0" dirty="0">
                <a:ln>
                  <a:noFill/>
                </a:ln>
                <a:solidFill>
                  <a:schemeClr val="tx1"/>
                </a:solidFill>
                <a:effectLst/>
                <a:latin typeface="Arial" panose="020B0604020202020204" pitchFamily="34" charset="0"/>
              </a:rPr>
              <a:t> cause </a:t>
            </a:r>
            <a:r>
              <a:rPr kumimoji="0" lang="es-MX" altLang="es-MX" sz="1800" b="0" i="0" u="none" strike="noStrike" cap="none" normalizeH="0" baseline="0" dirty="0" err="1">
                <a:ln>
                  <a:noFill/>
                </a:ln>
                <a:solidFill>
                  <a:schemeClr val="tx1"/>
                </a:solidFill>
                <a:effectLst/>
                <a:latin typeface="Arial" panose="020B0604020202020204" pitchFamily="34" charset="0"/>
              </a:rPr>
              <a:t>large</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loss</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differences</a:t>
            </a:r>
            <a:r>
              <a:rPr kumimoji="0" lang="es-MX" altLang="es-MX"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s-MX" altLang="es-MX" sz="1800" b="0" i="0" u="none" strike="noStrike" cap="none" normalizeH="0" baseline="0" dirty="0">
                <a:ln>
                  <a:noFill/>
                </a:ln>
                <a:solidFill>
                  <a:schemeClr val="tx1"/>
                </a:solidFill>
                <a:effectLst/>
                <a:latin typeface="Arial" panose="020B0604020202020204" pitchFamily="34" charset="0"/>
              </a:rPr>
              <a:t>Poor </a:t>
            </a:r>
            <a:r>
              <a:rPr kumimoji="0" lang="es-MX" altLang="es-MX" sz="1800" b="0" i="0" u="none" strike="noStrike" cap="none" normalizeH="0" baseline="0" dirty="0" err="1">
                <a:ln>
                  <a:noFill/>
                </a:ln>
                <a:solidFill>
                  <a:schemeClr val="tx1"/>
                </a:solidFill>
                <a:effectLst/>
                <a:latin typeface="Arial" panose="020B0604020202020204" pitchFamily="34" charset="0"/>
              </a:rPr>
              <a:t>alignment</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with</a:t>
            </a:r>
            <a:r>
              <a:rPr kumimoji="0" lang="es-MX" altLang="es-MX" sz="1800" b="0" i="0" u="none" strike="noStrike" cap="none" normalizeH="0" baseline="0" dirty="0">
                <a:ln>
                  <a:noFill/>
                </a:ln>
                <a:solidFill>
                  <a:schemeClr val="tx1"/>
                </a:solidFill>
                <a:effectLst/>
                <a:latin typeface="Arial" panose="020B0604020202020204" pitchFamily="34" charset="0"/>
              </a:rPr>
              <a:t> human </a:t>
            </a:r>
            <a:r>
              <a:rPr kumimoji="0" lang="es-MX" altLang="es-MX" sz="1800" b="0" i="0" u="none" strike="noStrike" cap="none" normalizeH="0" baseline="0" dirty="0" err="1">
                <a:ln>
                  <a:noFill/>
                </a:ln>
                <a:solidFill>
                  <a:schemeClr val="tx1"/>
                </a:solidFill>
                <a:effectLst/>
                <a:latin typeface="Arial" panose="020B0604020202020204" pitchFamily="34" charset="0"/>
              </a:rPr>
              <a:t>judgment</a:t>
            </a:r>
            <a:r>
              <a:rPr kumimoji="0" lang="es-MX" altLang="es-MX" sz="1800" b="0" i="0" u="none" strike="noStrike" cap="none" normalizeH="0" baseline="0" dirty="0">
                <a:ln>
                  <a:noFill/>
                </a:ln>
                <a:solidFill>
                  <a:schemeClr val="tx1"/>
                </a:solidFill>
                <a:effectLst/>
                <a:latin typeface="Arial" panose="020B0604020202020204" pitchFamily="34" charset="0"/>
              </a:rPr>
              <a:t> in </a:t>
            </a:r>
            <a:r>
              <a:rPr kumimoji="0" lang="es-MX" altLang="es-MX" sz="1800" b="0" i="0" u="none" strike="noStrike" cap="none" normalizeH="0" baseline="0" dirty="0" err="1">
                <a:ln>
                  <a:noFill/>
                </a:ln>
                <a:solidFill>
                  <a:schemeClr val="tx1"/>
                </a:solidFill>
                <a:effectLst/>
                <a:latin typeface="Arial" panose="020B0604020202020204" pitchFamily="34" charset="0"/>
              </a:rPr>
              <a:t>generation</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tasks</a:t>
            </a:r>
            <a:r>
              <a:rPr kumimoji="0" lang="es-MX" altLang="es-MX"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66948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5CE2B-33A4-5E30-BB31-744DF25C5917}"/>
              </a:ext>
            </a:extLst>
          </p:cNvPr>
          <p:cNvSpPr>
            <a:spLocks noGrp="1"/>
          </p:cNvSpPr>
          <p:nvPr>
            <p:ph type="title"/>
          </p:nvPr>
        </p:nvSpPr>
        <p:spPr/>
        <p:txBody>
          <a:bodyPr/>
          <a:lstStyle/>
          <a:p>
            <a:r>
              <a:rPr lang="es-MX" dirty="0"/>
              <a:t>1.2 </a:t>
            </a:r>
            <a:r>
              <a:rPr lang="es-MX" dirty="0" err="1"/>
              <a:t>Perplexity</a:t>
            </a:r>
            <a:r>
              <a:rPr lang="es-MX" dirty="0"/>
              <a:t> (PPL)</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949A2CF-7D7D-E34B-D08A-116D59310774}"/>
                  </a:ext>
                </a:extLst>
              </p:cNvPr>
              <p:cNvSpPr>
                <a:spLocks noGrp="1"/>
              </p:cNvSpPr>
              <p:nvPr>
                <p:ph idx="1"/>
              </p:nvPr>
            </p:nvSpPr>
            <p:spPr/>
            <p:txBody>
              <a:bodyPr/>
              <a:lstStyle/>
              <a:p>
                <a:pPr marL="0" indent="0">
                  <a:buNone/>
                </a:pPr>
                <a:r>
                  <a:rPr lang="es-MX" dirty="0" err="1"/>
                  <a:t>It’s</a:t>
                </a:r>
                <a:r>
                  <a:rPr lang="es-MX" dirty="0"/>
                  <a:t> </a:t>
                </a:r>
                <a:r>
                  <a:rPr lang="es-MX" dirty="0" err="1"/>
                  <a:t>the</a:t>
                </a:r>
                <a:r>
                  <a:rPr lang="es-MX" dirty="0"/>
                  <a:t> </a:t>
                </a:r>
                <a:r>
                  <a:rPr lang="es-MX" dirty="0" err="1"/>
                  <a:t>exponentiation</a:t>
                </a:r>
                <a:r>
                  <a:rPr lang="es-MX" dirty="0"/>
                  <a:t> </a:t>
                </a:r>
                <a:r>
                  <a:rPr lang="es-MX" dirty="0" err="1"/>
                  <a:t>of</a:t>
                </a:r>
                <a:r>
                  <a:rPr lang="es-MX" dirty="0"/>
                  <a:t> </a:t>
                </a:r>
                <a:r>
                  <a:rPr lang="es-MX" dirty="0" err="1"/>
                  <a:t>cross-entropy</a:t>
                </a:r>
                <a:r>
                  <a:rPr lang="es-MX" dirty="0"/>
                  <a:t>:</a:t>
                </a:r>
              </a:p>
              <a:p>
                <a:pPr marL="0" indent="0">
                  <a:buNone/>
                </a:pPr>
                <a:endParaRPr lang="es-CO" b="0" dirty="0"/>
              </a:p>
              <a:p>
                <a:pPr marL="0" indent="0">
                  <a:buNone/>
                </a:pPr>
                <a14:m>
                  <m:oMathPara xmlns:m="http://schemas.openxmlformats.org/officeDocument/2006/math">
                    <m:oMathParaPr>
                      <m:jc m:val="centerGroup"/>
                    </m:oMathParaPr>
                    <m:oMath xmlns:m="http://schemas.openxmlformats.org/officeDocument/2006/math">
                      <m:r>
                        <m:rPr>
                          <m:nor/>
                        </m:rPr>
                        <a:rPr lang="es-MX" b="0"/>
                        <m:t>PPL</m:t>
                      </m:r>
                      <m:r>
                        <a:rPr lang="es-MX">
                          <a:latin typeface="Cambria Math" panose="02040503050406030204" pitchFamily="18" charset="0"/>
                        </a:rPr>
                        <m:t>=</m:t>
                      </m:r>
                      <m:r>
                        <m:rPr>
                          <m:sty m:val="p"/>
                        </m:rPr>
                        <a:rPr lang="es-MX">
                          <a:latin typeface="Cambria Math" panose="02040503050406030204" pitchFamily="18" charset="0"/>
                        </a:rPr>
                        <m:t>exp</m:t>
                      </m:r>
                      <m:r>
                        <a:rPr lang="es-MX">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ℒ</m:t>
                          </m:r>
                        </m:e>
                      </m:d>
                    </m:oMath>
                  </m:oMathPara>
                </a14:m>
                <a:endParaRPr lang="ar-AE" b="0" dirty="0"/>
              </a:p>
              <a:p>
                <a:pPr marL="0" indent="0">
                  <a:buNone/>
                </a:pPr>
                <a:endParaRPr lang="es-MX" dirty="0"/>
              </a:p>
            </p:txBody>
          </p:sp>
        </mc:Choice>
        <mc:Fallback xmlns="">
          <p:sp>
            <p:nvSpPr>
              <p:cNvPr id="3" name="Marcador de contenido 2">
                <a:extLst>
                  <a:ext uri="{FF2B5EF4-FFF2-40B4-BE49-F238E27FC236}">
                    <a16:creationId xmlns:a16="http://schemas.microsoft.com/office/drawing/2014/main" id="{E949A2CF-7D7D-E34B-D08A-116D59310774}"/>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s-MX">
                    <a:noFill/>
                  </a:rPr>
                  <a:t> </a:t>
                </a:r>
              </a:p>
            </p:txBody>
          </p:sp>
        </mc:Fallback>
      </mc:AlternateContent>
      <p:sp>
        <p:nvSpPr>
          <p:cNvPr id="4" name="Rectangle 1">
            <a:extLst>
              <a:ext uri="{FF2B5EF4-FFF2-40B4-BE49-F238E27FC236}">
                <a16:creationId xmlns:a16="http://schemas.microsoft.com/office/drawing/2014/main" id="{6E2500CE-C462-9F43-DF24-7A8B3B7C94F1}"/>
              </a:ext>
            </a:extLst>
          </p:cNvPr>
          <p:cNvSpPr>
            <a:spLocks noChangeArrowheads="1"/>
          </p:cNvSpPr>
          <p:nvPr/>
        </p:nvSpPr>
        <p:spPr bwMode="auto">
          <a:xfrm>
            <a:off x="682274" y="3671413"/>
            <a:ext cx="10827451"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Lower</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perplexity</a:t>
            </a:r>
            <a:r>
              <a:rPr kumimoji="0" lang="es-MX" altLang="es-MX" sz="1800" b="0" i="0" u="none" strike="noStrike" cap="none" normalizeH="0" baseline="0" dirty="0">
                <a:ln>
                  <a:noFill/>
                </a:ln>
                <a:solidFill>
                  <a:schemeClr val="tx1"/>
                </a:solidFill>
                <a:effectLst/>
                <a:latin typeface="Arial" panose="020B0604020202020204" pitchFamily="34" charset="0"/>
              </a:rPr>
              <a:t> = </a:t>
            </a:r>
            <a:r>
              <a:rPr kumimoji="0" lang="es-MX" altLang="es-MX" sz="1800" b="0" i="0" u="none" strike="noStrike" cap="none" normalizeH="0" baseline="0" dirty="0" err="1">
                <a:ln>
                  <a:noFill/>
                </a:ln>
                <a:solidFill>
                  <a:schemeClr val="tx1"/>
                </a:solidFill>
                <a:effectLst/>
                <a:latin typeface="Arial" panose="020B0604020202020204" pitchFamily="34" charset="0"/>
              </a:rPr>
              <a:t>better</a:t>
            </a:r>
            <a:r>
              <a:rPr kumimoji="0" lang="es-MX" altLang="es-MX" sz="1800" b="0" i="0" u="none" strike="noStrike" cap="none" normalizeH="0" baseline="0" dirty="0">
                <a:ln>
                  <a:noFill/>
                </a:ln>
                <a:solidFill>
                  <a:schemeClr val="tx1"/>
                </a:solidFill>
                <a:effectLst/>
                <a:latin typeface="Arial" panose="020B0604020202020204" pitchFamily="34" charset="0"/>
              </a:rPr>
              <a:t> predictive </a:t>
            </a:r>
            <a:r>
              <a:rPr kumimoji="0" lang="es-MX" altLang="es-MX" sz="1800" b="0" i="0" u="none" strike="noStrike" cap="none" normalizeH="0" baseline="0" dirty="0" err="1">
                <a:ln>
                  <a:noFill/>
                </a:ln>
                <a:solidFill>
                  <a:schemeClr val="tx1"/>
                </a:solidFill>
                <a:effectLst/>
                <a:latin typeface="Arial" panose="020B0604020202020204" pitchFamily="34" charset="0"/>
              </a:rPr>
              <a:t>modeling</a:t>
            </a:r>
            <a:r>
              <a:rPr lang="es-MX" altLang="es-MX" dirty="0"/>
              <a:t>,</a:t>
            </a:r>
            <a:r>
              <a:rPr lang="en-US" dirty="0"/>
              <a:t> ex. PPL = 10 → model is as uncertain as choosing among 10</a:t>
            </a:r>
          </a:p>
          <a:p>
            <a:pPr lvl="0" eaLnBrk="0" fontAlgn="base" hangingPunct="0">
              <a:spcBef>
                <a:spcPct val="0"/>
              </a:spcBef>
              <a:spcAft>
                <a:spcPct val="0"/>
              </a:spcAft>
            </a:pPr>
            <a:r>
              <a:rPr lang="en-US" dirty="0"/>
              <a:t>equally likely tokens. Comparable across models on the same dataset.</a:t>
            </a:r>
          </a:p>
          <a:p>
            <a:pPr lvl="0" eaLnBrk="0" fontAlgn="base" hangingPunct="0">
              <a:spcBef>
                <a:spcPct val="0"/>
              </a:spcBef>
              <a:spcAft>
                <a:spcPct val="0"/>
              </a:spcAft>
            </a:pPr>
            <a:endParaRPr lang="en-US" dirty="0"/>
          </a:p>
          <a:p>
            <a:pPr marL="285750" lvl="0" indent="-285750" eaLnBrk="0" fontAlgn="base" hangingPunct="0">
              <a:spcBef>
                <a:spcPct val="0"/>
              </a:spcBef>
              <a:spcAft>
                <a:spcPct val="0"/>
              </a:spcAft>
              <a:buFontTx/>
              <a:buChar char="-"/>
            </a:pPr>
            <a:r>
              <a:rPr lang="en-US" dirty="0"/>
              <a:t>Not reliable for downstream task quality.</a:t>
            </a:r>
          </a:p>
          <a:p>
            <a:pPr marL="285750" lvl="0" indent="-285750" eaLnBrk="0" fontAlgn="base" hangingPunct="0">
              <a:spcBef>
                <a:spcPct val="0"/>
              </a:spcBef>
              <a:spcAft>
                <a:spcPct val="0"/>
              </a:spcAft>
              <a:buFontTx/>
              <a:buChar char="-"/>
            </a:pPr>
            <a:r>
              <a:rPr lang="es-MX" dirty="0"/>
              <a:t>Sensitive </a:t>
            </a:r>
            <a:r>
              <a:rPr lang="es-MX" dirty="0" err="1"/>
              <a:t>to</a:t>
            </a:r>
            <a:r>
              <a:rPr lang="es-MX" dirty="0"/>
              <a:t> </a:t>
            </a:r>
            <a:r>
              <a:rPr lang="es-MX" dirty="0" err="1"/>
              <a:t>tokenizer</a:t>
            </a:r>
            <a:r>
              <a:rPr lang="es-MX" dirty="0"/>
              <a:t>.</a:t>
            </a: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946391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371A7B-0778-3443-7CE9-E7A4A4EB8196}"/>
              </a:ext>
            </a:extLst>
          </p:cNvPr>
          <p:cNvSpPr>
            <a:spLocks noGrp="1"/>
          </p:cNvSpPr>
          <p:nvPr>
            <p:ph type="title"/>
          </p:nvPr>
        </p:nvSpPr>
        <p:spPr/>
        <p:txBody>
          <a:bodyPr/>
          <a:lstStyle/>
          <a:p>
            <a:r>
              <a:rPr lang="es-MX" dirty="0"/>
              <a:t>2.1 BLEU (</a:t>
            </a:r>
            <a:r>
              <a:rPr lang="es-MX" dirty="0" err="1"/>
              <a:t>Bilingual</a:t>
            </a:r>
            <a:r>
              <a:rPr lang="es-MX" dirty="0"/>
              <a:t> </a:t>
            </a:r>
            <a:r>
              <a:rPr lang="es-MX" dirty="0" err="1"/>
              <a:t>Evaluation</a:t>
            </a:r>
            <a:r>
              <a:rPr lang="es-MX" dirty="0"/>
              <a:t> </a:t>
            </a:r>
            <a:r>
              <a:rPr lang="es-MX" dirty="0" err="1"/>
              <a:t>Understudy</a:t>
            </a:r>
            <a:r>
              <a:rPr lang="es-MX"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18F7F15-35DA-5FA3-D3FD-04737A72E93C}"/>
                  </a:ext>
                </a:extLst>
              </p:cNvPr>
              <p:cNvSpPr>
                <a:spLocks noGrp="1"/>
              </p:cNvSpPr>
              <p:nvPr>
                <p:ph idx="1"/>
              </p:nvPr>
            </p:nvSpPr>
            <p:spPr>
              <a:xfrm>
                <a:off x="838200" y="1825625"/>
                <a:ext cx="10839450" cy="4351338"/>
              </a:xfrm>
            </p:spPr>
            <p:txBody>
              <a:bodyPr/>
              <a:lstStyle/>
              <a:p>
                <a:pPr marL="0" indent="0">
                  <a:buNone/>
                </a:pPr>
                <a:r>
                  <a:rPr lang="es-MX" dirty="0"/>
                  <a:t>BLEU </a:t>
                </a:r>
                <a:r>
                  <a:rPr lang="es-MX" dirty="0" err="1"/>
                  <a:t>measures</a:t>
                </a:r>
                <a:r>
                  <a:rPr lang="es-MX" dirty="0"/>
                  <a:t> n-</a:t>
                </a:r>
                <a:r>
                  <a:rPr lang="es-MX" dirty="0" err="1"/>
                  <a:t>gram</a:t>
                </a:r>
                <a:r>
                  <a:rPr lang="es-MX" dirty="0"/>
                  <a:t> </a:t>
                </a:r>
                <a:r>
                  <a:rPr lang="es-MX" dirty="0" err="1"/>
                  <a:t>precision</a:t>
                </a:r>
                <a:r>
                  <a:rPr lang="es-MX" dirty="0"/>
                  <a:t> </a:t>
                </a:r>
                <a:r>
                  <a:rPr lang="es-MX" dirty="0" err="1"/>
                  <a:t>between</a:t>
                </a:r>
                <a:r>
                  <a:rPr lang="es-MX" dirty="0"/>
                  <a:t> candidate and </a:t>
                </a:r>
                <a:r>
                  <a:rPr lang="es-MX" dirty="0" err="1"/>
                  <a:t>reference</a:t>
                </a:r>
                <a:r>
                  <a:rPr lang="es-MX" dirty="0"/>
                  <a:t>:</a:t>
                </a:r>
              </a:p>
              <a:p>
                <a:pPr marL="0" indent="0">
                  <a:buNone/>
                </a:pPr>
                <a14:m>
                  <m:oMathPara xmlns:m="http://schemas.openxmlformats.org/officeDocument/2006/math">
                    <m:oMathParaPr>
                      <m:jc m:val="centerGroup"/>
                    </m:oMathParaPr>
                    <m:oMath xmlns:m="http://schemas.openxmlformats.org/officeDocument/2006/math">
                      <m:r>
                        <m:rPr>
                          <m:nor/>
                        </m:rPr>
                        <a:rPr lang="es-MX" b="0"/>
                        <m:t>BLEU</m:t>
                      </m:r>
                      <m:r>
                        <a:rPr lang="es-MX">
                          <a:latin typeface="Cambria Math" panose="02040503050406030204" pitchFamily="18" charset="0"/>
                        </a:rPr>
                        <m:t>=</m:t>
                      </m:r>
                      <m:r>
                        <a:rPr lang="es-MX" i="1">
                          <a:latin typeface="Cambria Math" panose="02040503050406030204" pitchFamily="18" charset="0"/>
                        </a:rPr>
                        <m:t>𝐵𝑃</m:t>
                      </m:r>
                      <m:r>
                        <a:rPr lang="es-MX">
                          <a:latin typeface="Cambria Math" panose="02040503050406030204" pitchFamily="18" charset="0"/>
                        </a:rPr>
                        <m:t>⋅</m:t>
                      </m:r>
                      <m:func>
                        <m:funcPr>
                          <m:ctrlPr>
                            <a:rPr lang="ar-AE" i="1">
                              <a:latin typeface="Cambria Math" panose="02040503050406030204" pitchFamily="18" charset="0"/>
                            </a:rPr>
                          </m:ctrlPr>
                        </m:funcPr>
                        <m:fName>
                          <m:r>
                            <m:rPr>
                              <m:sty m:val="p"/>
                            </m:rPr>
                            <a:rPr lang="es-MX">
                              <a:latin typeface="Cambria Math" panose="02040503050406030204" pitchFamily="18" charset="0"/>
                            </a:rPr>
                            <m:t>exp</m:t>
                          </m:r>
                        </m:fName>
                        <m:e>
                          <m:d>
                            <m:dPr>
                              <m:ctrlPr>
                                <a:rPr lang="ar-AE" i="1">
                                  <a:latin typeface="Cambria Math" panose="02040503050406030204" pitchFamily="18" charset="0"/>
                                </a:rPr>
                              </m:ctrlPr>
                            </m:dPr>
                            <m:e>
                              <m:nary>
                                <m:naryPr>
                                  <m:chr m:val="∑"/>
                                  <m:grow m:val="on"/>
                                  <m:ctrlPr>
                                    <a:rPr lang="ar-AE" i="1">
                                      <a:latin typeface="Cambria Math" panose="02040503050406030204" pitchFamily="18" charset="0"/>
                                    </a:rPr>
                                  </m:ctrlPr>
                                </m:naryPr>
                                <m:sub>
                                  <m:r>
                                    <a:rPr lang="ar-AE" i="1">
                                      <a:latin typeface="Cambria Math" panose="02040503050406030204" pitchFamily="18" charset="0"/>
                                    </a:rPr>
                                    <m:t>𝑛</m:t>
                                  </m:r>
                                  <m:r>
                                    <a:rPr lang="ar-AE">
                                      <a:latin typeface="Cambria Math" panose="02040503050406030204" pitchFamily="18" charset="0"/>
                                    </a:rPr>
                                    <m:t>=</m:t>
                                  </m:r>
                                  <m:r>
                                    <a:rPr lang="ar-AE">
                                      <a:latin typeface="Cambria Math" panose="02040503050406030204" pitchFamily="18" charset="0"/>
                                    </a:rPr>
                                    <m:t>1</m:t>
                                  </m:r>
                                </m:sub>
                                <m:sup>
                                  <m:r>
                                    <a:rPr lang="ar-AE" i="1">
                                      <a:latin typeface="Cambria Math" panose="02040503050406030204" pitchFamily="18" charset="0"/>
                                    </a:rPr>
                                    <m:t>𝑁</m:t>
                                  </m:r>
                                </m:sup>
                                <m:e>
                                  <m:sSub>
                                    <m:sSubPr>
                                      <m:ctrlPr>
                                        <a:rPr lang="ar-AE" i="1">
                                          <a:latin typeface="Cambria Math" panose="02040503050406030204" pitchFamily="18" charset="0"/>
                                        </a:rPr>
                                      </m:ctrlPr>
                                    </m:sSubPr>
                                    <m:e>
                                      <m:r>
                                        <a:rPr lang="ar-AE" i="1">
                                          <a:latin typeface="Cambria Math" panose="02040503050406030204" pitchFamily="18" charset="0"/>
                                        </a:rPr>
                                        <m:t>𝑤</m:t>
                                      </m:r>
                                    </m:e>
                                    <m:sub>
                                      <m:r>
                                        <a:rPr lang="ar-AE" i="1">
                                          <a:latin typeface="Cambria Math" panose="02040503050406030204" pitchFamily="18" charset="0"/>
                                        </a:rPr>
                                        <m:t>𝑛</m:t>
                                      </m:r>
                                    </m:sub>
                                  </m:sSub>
                                </m:e>
                              </m:nary>
                              <m:func>
                                <m:funcPr>
                                  <m:ctrlPr>
                                    <a:rPr lang="ar-AE" i="1">
                                      <a:latin typeface="Cambria Math" panose="02040503050406030204" pitchFamily="18" charset="0"/>
                                    </a:rPr>
                                  </m:ctrlPr>
                                </m:funcPr>
                                <m:fName>
                                  <m:r>
                                    <m:rPr>
                                      <m:sty m:val="p"/>
                                    </m:rPr>
                                    <a:rPr lang="es-MX">
                                      <a:latin typeface="Cambria Math" panose="02040503050406030204" pitchFamily="18" charset="0"/>
                                    </a:rPr>
                                    <m:t>log</m:t>
                                  </m:r>
                                </m:fName>
                                <m:e>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𝑛</m:t>
                                      </m:r>
                                    </m:sub>
                                  </m:sSub>
                                </m:e>
                              </m:func>
                            </m:e>
                          </m:d>
                        </m:e>
                      </m:func>
                    </m:oMath>
                  </m:oMathPara>
                </a14:m>
                <a:endParaRPr lang="ar-AE" b="0" dirty="0"/>
              </a:p>
              <a:p>
                <a:pPr marL="0" indent="0">
                  <a:buNone/>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𝑛</m:t>
                        </m:r>
                      </m:sub>
                    </m:sSub>
                  </m:oMath>
                </a14:m>
                <a:r>
                  <a:rPr lang="ar-AE" dirty="0"/>
                  <a:t>= </a:t>
                </a:r>
                <a:r>
                  <a:rPr lang="es-MX" dirty="0" err="1"/>
                  <a:t>modified</a:t>
                </a:r>
                <a:r>
                  <a:rPr lang="es-MX" dirty="0"/>
                  <a:t> n-</a:t>
                </a:r>
                <a:r>
                  <a:rPr lang="es-MX" dirty="0" err="1"/>
                  <a:t>gram</a:t>
                </a:r>
                <a:r>
                  <a:rPr lang="es-MX" dirty="0"/>
                  <a:t> </a:t>
                </a:r>
                <a:r>
                  <a:rPr lang="es-MX" dirty="0" err="1"/>
                  <a:t>precision</a:t>
                </a:r>
                <a:r>
                  <a:rPr lang="es-MX" dirty="0"/>
                  <a:t>, </a:t>
                </a:r>
                <a14:m>
                  <m:oMath xmlns:m="http://schemas.openxmlformats.org/officeDocument/2006/math">
                    <m:r>
                      <a:rPr lang="es-MX" i="1">
                        <a:latin typeface="Cambria Math" panose="02040503050406030204" pitchFamily="18" charset="0"/>
                      </a:rPr>
                      <m:t>𝐵𝑃</m:t>
                    </m:r>
                  </m:oMath>
                </a14:m>
                <a:r>
                  <a:rPr lang="es-MX" dirty="0"/>
                  <a:t>= </a:t>
                </a:r>
                <a:r>
                  <a:rPr lang="es-MX" dirty="0" err="1"/>
                  <a:t>brevity</a:t>
                </a:r>
                <a:r>
                  <a:rPr lang="es-MX" dirty="0"/>
                  <a:t> </a:t>
                </a:r>
                <a:r>
                  <a:rPr lang="es-MX" dirty="0" err="1"/>
                  <a:t>penalty</a:t>
                </a:r>
                <a:endParaRPr lang="es-MX" dirty="0"/>
              </a:p>
              <a:p>
                <a:pPr marL="0" indent="0">
                  <a:buNone/>
                </a:pPr>
                <a:endParaRPr lang="es-MX" dirty="0"/>
              </a:p>
              <a:p>
                <a:pPr marL="0" indent="0">
                  <a:buNone/>
                </a:pPr>
                <a:endParaRPr lang="es-MX" dirty="0"/>
              </a:p>
            </p:txBody>
          </p:sp>
        </mc:Choice>
        <mc:Fallback xmlns="">
          <p:sp>
            <p:nvSpPr>
              <p:cNvPr id="3" name="Marcador de contenido 2">
                <a:extLst>
                  <a:ext uri="{FF2B5EF4-FFF2-40B4-BE49-F238E27FC236}">
                    <a16:creationId xmlns:a16="http://schemas.microsoft.com/office/drawing/2014/main" id="{B18F7F15-35DA-5FA3-D3FD-04737A72E93C}"/>
                  </a:ext>
                </a:extLst>
              </p:cNvPr>
              <p:cNvSpPr>
                <a:spLocks noGrp="1" noRot="1" noChangeAspect="1" noMove="1" noResize="1" noEditPoints="1" noAdjustHandles="1" noChangeArrowheads="1" noChangeShapeType="1" noTextEdit="1"/>
              </p:cNvSpPr>
              <p:nvPr>
                <p:ph idx="1"/>
              </p:nvPr>
            </p:nvSpPr>
            <p:spPr>
              <a:xfrm>
                <a:off x="838200" y="1825625"/>
                <a:ext cx="10839450" cy="4351338"/>
              </a:xfrm>
              <a:blipFill>
                <a:blip r:embed="rId2"/>
                <a:stretch>
                  <a:fillRect l="-1181" t="-2381"/>
                </a:stretch>
              </a:blipFill>
            </p:spPr>
            <p:txBody>
              <a:bodyPr/>
              <a:lstStyle/>
              <a:p>
                <a:r>
                  <a:rPr lang="es-MX">
                    <a:noFill/>
                  </a:rPr>
                  <a:t> </a:t>
                </a:r>
              </a:p>
            </p:txBody>
          </p:sp>
        </mc:Fallback>
      </mc:AlternateContent>
      <p:sp>
        <p:nvSpPr>
          <p:cNvPr id="4" name="Rectangle 1">
            <a:extLst>
              <a:ext uri="{FF2B5EF4-FFF2-40B4-BE49-F238E27FC236}">
                <a16:creationId xmlns:a16="http://schemas.microsoft.com/office/drawing/2014/main" id="{0B633F16-6732-916C-002F-534CE0A9D012}"/>
              </a:ext>
            </a:extLst>
          </p:cNvPr>
          <p:cNvSpPr>
            <a:spLocks noChangeArrowheads="1"/>
          </p:cNvSpPr>
          <p:nvPr/>
        </p:nvSpPr>
        <p:spPr bwMode="auto">
          <a:xfrm>
            <a:off x="255227" y="4473059"/>
            <a:ext cx="52534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Simple and </a:t>
            </a:r>
            <a:r>
              <a:rPr kumimoji="0" lang="es-MX" altLang="es-MX" sz="1800" b="0" i="0" u="none" strike="noStrike" cap="none" normalizeH="0" baseline="0" dirty="0" err="1">
                <a:ln>
                  <a:noFill/>
                </a:ln>
                <a:solidFill>
                  <a:schemeClr val="tx1"/>
                </a:solidFill>
                <a:effectLst/>
                <a:latin typeface="Arial" panose="020B0604020202020204" pitchFamily="34" charset="0"/>
              </a:rPr>
              <a:t>widely</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used</a:t>
            </a:r>
            <a:r>
              <a:rPr kumimoji="0" lang="es-MX" altLang="es-MX" sz="1800" b="0" i="0" u="none" strike="noStrike" cap="none" normalizeH="0" baseline="0" dirty="0">
                <a:ln>
                  <a:noFill/>
                </a:ln>
                <a:solidFill>
                  <a:schemeClr val="tx1"/>
                </a:solidFill>
                <a:effectLst/>
                <a:latin typeface="Arial" panose="020B0604020202020204" pitchFamily="34" charset="0"/>
              </a:rPr>
              <a:t> in </a:t>
            </a:r>
            <a:r>
              <a:rPr kumimoji="0" lang="es-MX" altLang="es-MX" sz="1800" b="0" i="0" u="none" strike="noStrike" cap="none" normalizeH="0" baseline="0" dirty="0" err="1">
                <a:ln>
                  <a:noFill/>
                </a:ln>
                <a:solidFill>
                  <a:schemeClr val="tx1"/>
                </a:solidFill>
                <a:effectLst/>
                <a:latin typeface="Arial" panose="020B0604020202020204" pitchFamily="34" charset="0"/>
              </a:rPr>
              <a:t>Machinne</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Translation</a:t>
            </a: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1A37FA55-5446-A9B6-07DF-334EBC4B4FBF}"/>
              </a:ext>
            </a:extLst>
          </p:cNvPr>
          <p:cNvSpPr>
            <a:spLocks noChangeArrowheads="1"/>
          </p:cNvSpPr>
          <p:nvPr/>
        </p:nvSpPr>
        <p:spPr bwMode="auto">
          <a:xfrm>
            <a:off x="245702" y="4980891"/>
            <a:ext cx="100880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Precision</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only</a:t>
            </a:r>
            <a:r>
              <a:rPr kumimoji="0" lang="es-MX" altLang="es-MX" sz="1800" b="0" i="0" u="none" strike="noStrike" cap="none" normalizeH="0" baseline="0" dirty="0">
                <a:ln>
                  <a:noFill/>
                </a:ln>
                <a:solidFill>
                  <a:schemeClr val="tx1"/>
                </a:solidFill>
                <a:effectLst/>
                <a:latin typeface="Arial" panose="020B0604020202020204" pitchFamily="34" charset="0"/>
              </a:rPr>
              <a:t> (ignores </a:t>
            </a:r>
            <a:r>
              <a:rPr kumimoji="0" lang="es-MX" altLang="es-MX" sz="1800" b="0" i="0" u="none" strike="noStrike" cap="none" normalizeH="0" baseline="0" dirty="0" err="1">
                <a:ln>
                  <a:noFill/>
                </a:ln>
                <a:solidFill>
                  <a:schemeClr val="tx1"/>
                </a:solidFill>
                <a:effectLst/>
                <a:latin typeface="Arial" panose="020B0604020202020204" pitchFamily="34" charset="0"/>
              </a:rPr>
              <a:t>recall</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penalizes</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paraphrasing</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poor</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correlation</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with</a:t>
            </a:r>
            <a:r>
              <a:rPr kumimoji="0" lang="es-MX" altLang="es-MX" sz="1800" b="0" i="0" u="none" strike="noStrike" cap="none" normalizeH="0" baseline="0" dirty="0">
                <a:ln>
                  <a:noFill/>
                </a:ln>
                <a:solidFill>
                  <a:schemeClr val="tx1"/>
                </a:solidFill>
                <a:effectLst/>
                <a:latin typeface="Arial" panose="020B0604020202020204" pitchFamily="34" charset="0"/>
              </a:rPr>
              <a:t> human </a:t>
            </a:r>
            <a:r>
              <a:rPr kumimoji="0" lang="es-MX" altLang="es-MX" sz="1800" b="0" i="0" u="none" strike="noStrike" cap="none" normalizeH="0" baseline="0" dirty="0" err="1">
                <a:ln>
                  <a:noFill/>
                </a:ln>
                <a:solidFill>
                  <a:schemeClr val="tx1"/>
                </a:solidFill>
                <a:effectLst/>
                <a:latin typeface="Arial" panose="020B0604020202020204" pitchFamily="34" charset="0"/>
              </a:rPr>
              <a:t>judgment</a:t>
            </a: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50425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F96698-0ECD-5DB8-A745-9E511FA735E3}"/>
              </a:ext>
            </a:extLst>
          </p:cNvPr>
          <p:cNvSpPr>
            <a:spLocks noGrp="1"/>
          </p:cNvSpPr>
          <p:nvPr>
            <p:ph type="title"/>
          </p:nvPr>
        </p:nvSpPr>
        <p:spPr/>
        <p:txBody>
          <a:bodyPr/>
          <a:lstStyle/>
          <a:p>
            <a:r>
              <a:rPr lang="es-MX" dirty="0"/>
              <a:t>2.2 ROUGE</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FFE6DFC-00AB-77FC-0B10-D07C7720D9BF}"/>
                  </a:ext>
                </a:extLst>
              </p:cNvPr>
              <p:cNvSpPr>
                <a:spLocks noGrp="1"/>
              </p:cNvSpPr>
              <p:nvPr>
                <p:ph idx="1"/>
              </p:nvPr>
            </p:nvSpPr>
            <p:spPr>
              <a:xfrm>
                <a:off x="762000" y="1481138"/>
                <a:ext cx="10515600" cy="4351338"/>
              </a:xfrm>
            </p:spPr>
            <p:txBody>
              <a:bodyPr/>
              <a:lstStyle/>
              <a:p>
                <a:pPr marL="0" indent="0">
                  <a:buNone/>
                </a:pPr>
                <a:r>
                  <a:rPr lang="es-MX" dirty="0" err="1"/>
                  <a:t>Primarily</a:t>
                </a:r>
                <a:r>
                  <a:rPr lang="es-MX" dirty="0"/>
                  <a:t> </a:t>
                </a:r>
                <a:r>
                  <a:rPr lang="es-MX" dirty="0" err="1"/>
                  <a:t>recall-oriented</a:t>
                </a:r>
                <a:r>
                  <a:rPr lang="es-MX" dirty="0"/>
                  <a:t>.</a:t>
                </a:r>
              </a:p>
              <a:p>
                <a:pPr marL="0" indent="0">
                  <a:buNone/>
                </a:pPr>
                <a:r>
                  <a:rPr lang="es-MX" b="1" dirty="0" err="1"/>
                  <a:t>Variants</a:t>
                </a:r>
                <a:r>
                  <a:rPr lang="es-MX" b="1" dirty="0"/>
                  <a:t>:</a:t>
                </a:r>
              </a:p>
              <a:p>
                <a:r>
                  <a:rPr lang="es-MX" dirty="0"/>
                  <a:t>ROUGE-N (n-</a:t>
                </a:r>
                <a:r>
                  <a:rPr lang="es-MX" dirty="0" err="1"/>
                  <a:t>gram</a:t>
                </a:r>
                <a:r>
                  <a:rPr lang="es-MX" dirty="0"/>
                  <a:t> </a:t>
                </a:r>
                <a:r>
                  <a:rPr lang="es-MX" dirty="0" err="1"/>
                  <a:t>recall</a:t>
                </a:r>
                <a:r>
                  <a:rPr lang="es-MX" dirty="0"/>
                  <a:t>)</a:t>
                </a:r>
              </a:p>
              <a:p>
                <a:r>
                  <a:rPr lang="es-MX" dirty="0"/>
                  <a:t>ROUGE-L (</a:t>
                </a:r>
                <a:r>
                  <a:rPr lang="es-MX" dirty="0" err="1"/>
                  <a:t>longest</a:t>
                </a:r>
                <a:r>
                  <a:rPr lang="es-MX" dirty="0"/>
                  <a:t> </a:t>
                </a:r>
                <a:r>
                  <a:rPr lang="es-MX" dirty="0" err="1"/>
                  <a:t>common</a:t>
                </a:r>
                <a:r>
                  <a:rPr lang="es-MX" dirty="0"/>
                  <a:t> </a:t>
                </a:r>
                <a:r>
                  <a:rPr lang="es-MX" dirty="0" err="1"/>
                  <a:t>subsequence</a:t>
                </a:r>
                <a:r>
                  <a:rPr lang="es-MX" dirty="0"/>
                  <a:t>)</a:t>
                </a:r>
              </a:p>
              <a:p>
                <a:endParaRPr lang="es-MX" dirty="0"/>
              </a:p>
              <a:p>
                <a:pPr marL="0" indent="0">
                  <a:buNone/>
                </a:pPr>
                <a14:m>
                  <m:oMathPara xmlns:m="http://schemas.openxmlformats.org/officeDocument/2006/math">
                    <m:oMathParaPr>
                      <m:jc m:val="centerGroup"/>
                    </m:oMathParaPr>
                    <m:oMath xmlns:m="http://schemas.openxmlformats.org/officeDocument/2006/math">
                      <m:r>
                        <m:rPr>
                          <m:nor/>
                        </m:rPr>
                        <a:rPr lang="es-MX" b="0"/>
                        <m:t>ROUGE</m:t>
                      </m:r>
                      <m:r>
                        <m:rPr>
                          <m:nor/>
                        </m:rPr>
                        <a:rPr lang="es-MX" b="0"/>
                        <m:t>−</m:t>
                      </m:r>
                      <m:r>
                        <m:rPr>
                          <m:nor/>
                        </m:rPr>
                        <a:rPr lang="es-MX" b="0"/>
                        <m:t>N</m:t>
                      </m:r>
                      <m:r>
                        <a:rPr lang="es-MX">
                          <a:latin typeface="Cambria Math" panose="02040503050406030204" pitchFamily="18" charset="0"/>
                        </a:rPr>
                        <m:t>=</m:t>
                      </m:r>
                      <m:f>
                        <m:fPr>
                          <m:ctrlPr>
                            <a:rPr lang="ar-AE" i="1">
                              <a:latin typeface="Cambria Math" panose="02040503050406030204" pitchFamily="18" charset="0"/>
                            </a:rPr>
                          </m:ctrlPr>
                        </m:fPr>
                        <m:num>
                          <m:r>
                            <m:rPr>
                              <m:nor/>
                            </m:rPr>
                            <a:rPr lang="es-MX" i="1"/>
                            <m:t>overlapping</m:t>
                          </m:r>
                          <m:r>
                            <m:rPr>
                              <m:nor/>
                            </m:rPr>
                            <a:rPr lang="es-MX" i="1"/>
                            <m:t> </m:t>
                          </m:r>
                          <m:r>
                            <m:rPr>
                              <m:nor/>
                            </m:rPr>
                            <a:rPr lang="es-MX" i="1"/>
                            <m:t>n</m:t>
                          </m:r>
                          <m:r>
                            <m:rPr>
                              <m:nor/>
                            </m:rPr>
                            <a:rPr lang="es-MX" i="1"/>
                            <m:t>−</m:t>
                          </m:r>
                          <m:r>
                            <m:rPr>
                              <m:nor/>
                            </m:rPr>
                            <a:rPr lang="es-MX" i="1"/>
                            <m:t>grams</m:t>
                          </m:r>
                        </m:num>
                        <m:den>
                          <m:r>
                            <m:rPr>
                              <m:nor/>
                            </m:rPr>
                            <a:rPr lang="es-MX" i="1"/>
                            <m:t>reference</m:t>
                          </m:r>
                          <m:r>
                            <m:rPr>
                              <m:nor/>
                            </m:rPr>
                            <a:rPr lang="es-MX" i="1"/>
                            <m:t> </m:t>
                          </m:r>
                          <m:r>
                            <m:rPr>
                              <m:nor/>
                            </m:rPr>
                            <a:rPr lang="es-MX" i="1"/>
                            <m:t>n</m:t>
                          </m:r>
                          <m:r>
                            <m:rPr>
                              <m:nor/>
                            </m:rPr>
                            <a:rPr lang="es-MX" i="1"/>
                            <m:t>−</m:t>
                          </m:r>
                          <m:r>
                            <m:rPr>
                              <m:nor/>
                            </m:rPr>
                            <a:rPr lang="es-MX" i="1"/>
                            <m:t>grams</m:t>
                          </m:r>
                        </m:den>
                      </m:f>
                    </m:oMath>
                  </m:oMathPara>
                </a14:m>
                <a:endParaRPr lang="ar-AE" b="0" dirty="0"/>
              </a:p>
              <a:p>
                <a:pPr marL="0" indent="0">
                  <a:buNone/>
                </a:pPr>
                <a:endParaRPr lang="es-MX" dirty="0"/>
              </a:p>
            </p:txBody>
          </p:sp>
        </mc:Choice>
        <mc:Fallback xmlns="">
          <p:sp>
            <p:nvSpPr>
              <p:cNvPr id="3" name="Marcador de contenido 2">
                <a:extLst>
                  <a:ext uri="{FF2B5EF4-FFF2-40B4-BE49-F238E27FC236}">
                    <a16:creationId xmlns:a16="http://schemas.microsoft.com/office/drawing/2014/main" id="{6FFE6DFC-00AB-77FC-0B10-D07C7720D9BF}"/>
                  </a:ext>
                </a:extLst>
              </p:cNvPr>
              <p:cNvSpPr>
                <a:spLocks noGrp="1" noRot="1" noChangeAspect="1" noMove="1" noResize="1" noEditPoints="1" noAdjustHandles="1" noChangeArrowheads="1" noChangeShapeType="1" noTextEdit="1"/>
              </p:cNvSpPr>
              <p:nvPr>
                <p:ph idx="1"/>
              </p:nvPr>
            </p:nvSpPr>
            <p:spPr>
              <a:xfrm>
                <a:off x="762000" y="1481138"/>
                <a:ext cx="10515600" cy="4351338"/>
              </a:xfrm>
              <a:blipFill>
                <a:blip r:embed="rId2"/>
                <a:stretch>
                  <a:fillRect l="-1159" t="-2521"/>
                </a:stretch>
              </a:blipFill>
            </p:spPr>
            <p:txBody>
              <a:bodyPr/>
              <a:lstStyle/>
              <a:p>
                <a:r>
                  <a:rPr lang="es-MX">
                    <a:noFill/>
                  </a:rPr>
                  <a:t> </a:t>
                </a:r>
              </a:p>
            </p:txBody>
          </p:sp>
        </mc:Fallback>
      </mc:AlternateContent>
      <p:sp>
        <p:nvSpPr>
          <p:cNvPr id="4" name="Rectangle 1">
            <a:extLst>
              <a:ext uri="{FF2B5EF4-FFF2-40B4-BE49-F238E27FC236}">
                <a16:creationId xmlns:a16="http://schemas.microsoft.com/office/drawing/2014/main" id="{FF352878-02BF-A973-2C50-6B82D954E004}"/>
              </a:ext>
            </a:extLst>
          </p:cNvPr>
          <p:cNvSpPr>
            <a:spLocks noChangeArrowheads="1"/>
          </p:cNvSpPr>
          <p:nvPr/>
        </p:nvSpPr>
        <p:spPr bwMode="auto">
          <a:xfrm>
            <a:off x="914400" y="5367337"/>
            <a:ext cx="64418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Works </a:t>
            </a:r>
            <a:r>
              <a:rPr kumimoji="0" lang="es-MX" altLang="es-MX" sz="1800" b="0" i="0" u="none" strike="noStrike" cap="none" normalizeH="0" baseline="0" dirty="0" err="1">
                <a:ln>
                  <a:noFill/>
                </a:ln>
                <a:solidFill>
                  <a:schemeClr val="tx1"/>
                </a:solidFill>
                <a:effectLst/>
                <a:latin typeface="Arial" panose="020B0604020202020204" pitchFamily="34" charset="0"/>
              </a:rPr>
              <a:t>well</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for</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summarization</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Measures</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content</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coverage</a:t>
            </a:r>
            <a:r>
              <a:rPr kumimoji="0" lang="es-MX" altLang="es-MX" sz="1800" b="0" i="0" u="none" strike="noStrike" cap="none" normalizeH="0" baseline="0" dirty="0">
                <a:ln>
                  <a:noFill/>
                </a:ln>
                <a:solidFill>
                  <a:schemeClr val="tx1"/>
                </a:solidFill>
                <a:effectLst/>
                <a:latin typeface="Arial" panose="020B0604020202020204" pitchFamily="34" charset="0"/>
              </a:rPr>
              <a:t>, </a:t>
            </a:r>
          </a:p>
        </p:txBody>
      </p:sp>
      <p:sp>
        <p:nvSpPr>
          <p:cNvPr id="5" name="Rectangle 2">
            <a:extLst>
              <a:ext uri="{FF2B5EF4-FFF2-40B4-BE49-F238E27FC236}">
                <a16:creationId xmlns:a16="http://schemas.microsoft.com/office/drawing/2014/main" id="{26ED78BE-1EB8-E663-0C80-AC3EA5644A36}"/>
              </a:ext>
            </a:extLst>
          </p:cNvPr>
          <p:cNvSpPr>
            <a:spLocks noChangeArrowheads="1"/>
          </p:cNvSpPr>
          <p:nvPr/>
        </p:nvSpPr>
        <p:spPr bwMode="auto">
          <a:xfrm>
            <a:off x="914400" y="5786437"/>
            <a:ext cx="40479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Cannot</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detect</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semantic</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equivalence</a:t>
            </a: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994033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37F5A6-AE24-87F4-7350-62077F836E4A}"/>
              </a:ext>
            </a:extLst>
          </p:cNvPr>
          <p:cNvSpPr>
            <a:spLocks noGrp="1"/>
          </p:cNvSpPr>
          <p:nvPr>
            <p:ph type="title"/>
          </p:nvPr>
        </p:nvSpPr>
        <p:spPr/>
        <p:txBody>
          <a:bodyPr/>
          <a:lstStyle/>
          <a:p>
            <a:r>
              <a:rPr lang="es-CO" dirty="0"/>
              <a:t>2.3 METEOR</a:t>
            </a:r>
            <a:endParaRPr lang="es-MX" dirty="0"/>
          </a:p>
        </p:txBody>
      </p:sp>
      <p:sp>
        <p:nvSpPr>
          <p:cNvPr id="3" name="Marcador de contenido 2">
            <a:extLst>
              <a:ext uri="{FF2B5EF4-FFF2-40B4-BE49-F238E27FC236}">
                <a16:creationId xmlns:a16="http://schemas.microsoft.com/office/drawing/2014/main" id="{17004A2B-C884-7276-05AC-C8BC6473ABFB}"/>
              </a:ext>
            </a:extLst>
          </p:cNvPr>
          <p:cNvSpPr>
            <a:spLocks noGrp="1"/>
          </p:cNvSpPr>
          <p:nvPr>
            <p:ph idx="1"/>
          </p:nvPr>
        </p:nvSpPr>
        <p:spPr/>
        <p:txBody>
          <a:bodyPr>
            <a:normAutofit fontScale="92500" lnSpcReduction="10000"/>
          </a:bodyPr>
          <a:lstStyle/>
          <a:p>
            <a:pPr marL="0" indent="0" algn="just">
              <a:buNone/>
            </a:pPr>
            <a:r>
              <a:rPr lang="en-US" b="1" dirty="0"/>
              <a:t>M</a:t>
            </a:r>
            <a:r>
              <a:rPr lang="en-US" dirty="0"/>
              <a:t>etric for </a:t>
            </a:r>
            <a:r>
              <a:rPr lang="en-US" b="1" dirty="0"/>
              <a:t>E</a:t>
            </a:r>
            <a:r>
              <a:rPr lang="en-US" dirty="0"/>
              <a:t>valuation of </a:t>
            </a:r>
            <a:r>
              <a:rPr lang="en-US" b="1" dirty="0"/>
              <a:t>T</a:t>
            </a:r>
            <a:r>
              <a:rPr lang="en-US" dirty="0"/>
              <a:t>ranslation with </a:t>
            </a:r>
            <a:r>
              <a:rPr lang="en-US" b="1" dirty="0"/>
              <a:t>E</a:t>
            </a:r>
            <a:r>
              <a:rPr lang="en-US" dirty="0"/>
              <a:t>xplicit </a:t>
            </a:r>
            <a:r>
              <a:rPr lang="en-US" b="1" dirty="0" err="1"/>
              <a:t>OR</a:t>
            </a:r>
            <a:r>
              <a:rPr lang="en-US" dirty="0" err="1"/>
              <a:t>dering</a:t>
            </a:r>
            <a:r>
              <a:rPr lang="en-US" dirty="0"/>
              <a:t>. Improve the shortcomings of the BLEU metric by correlating better with human judgments of quality.</a:t>
            </a:r>
          </a:p>
          <a:p>
            <a:pPr marL="0" indent="0" algn="just">
              <a:buNone/>
            </a:pPr>
            <a:endParaRPr lang="en-US" dirty="0"/>
          </a:p>
          <a:p>
            <a:pPr marL="0" indent="0" algn="just">
              <a:buNone/>
            </a:pPr>
            <a:r>
              <a:rPr lang="en-US" dirty="0"/>
              <a:t>A score based on the </a:t>
            </a:r>
            <a:r>
              <a:rPr lang="en-US" b="1" dirty="0"/>
              <a:t>alignment</a:t>
            </a:r>
            <a:r>
              <a:rPr lang="en-US" dirty="0"/>
              <a:t> between a machine-generated sentence (the "candidate") and one or more human-created reference sentences, Combines Precision, Recall, Stemming and Synonym matching.</a:t>
            </a:r>
          </a:p>
          <a:p>
            <a:pPr marL="0" indent="0" algn="just">
              <a:buNone/>
            </a:pPr>
            <a:endParaRPr lang="en-US" dirty="0"/>
          </a:p>
          <a:p>
            <a:pPr marL="0" indent="0" algn="just">
              <a:buNone/>
            </a:pPr>
            <a:r>
              <a:rPr lang="en-US" dirty="0"/>
              <a:t>It penalizes translations where the matched words are not in a similar order in the candidate and reference sentences. </a:t>
            </a:r>
            <a:endParaRPr lang="es-MX" dirty="0"/>
          </a:p>
        </p:txBody>
      </p:sp>
    </p:spTree>
    <p:extLst>
      <p:ext uri="{BB962C8B-B14F-4D97-AF65-F5344CB8AC3E}">
        <p14:creationId xmlns:p14="http://schemas.microsoft.com/office/powerpoint/2010/main" val="34824573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863131F-7B7C-6605-9942-A67E8614A37A}"/>
              </a:ext>
            </a:extLst>
          </p:cNvPr>
          <p:cNvSpPr>
            <a:spLocks noGrp="1"/>
          </p:cNvSpPr>
          <p:nvPr>
            <p:ph idx="1"/>
          </p:nvPr>
        </p:nvSpPr>
        <p:spPr>
          <a:xfrm>
            <a:off x="913677" y="5057774"/>
            <a:ext cx="10534650" cy="1114425"/>
          </a:xfrm>
        </p:spPr>
        <p:txBody>
          <a:bodyPr>
            <a:normAutofit fontScale="92500" lnSpcReduction="10000"/>
          </a:bodyPr>
          <a:lstStyle/>
          <a:p>
            <a:pPr marL="0" indent="0" algn="just">
              <a:buNone/>
            </a:pPr>
            <a:r>
              <a:rPr lang="en-US" dirty="0"/>
              <a:t>METEOR is a more sophisticated and semantically-aware metric than BLEU, making it a powerful tool for evaluating the nuanced text generated by modern LLMs.</a:t>
            </a:r>
            <a:endParaRPr lang="es-MX" dirty="0"/>
          </a:p>
        </p:txBody>
      </p:sp>
      <p:pic>
        <p:nvPicPr>
          <p:cNvPr id="5" name="Imagen 4">
            <a:extLst>
              <a:ext uri="{FF2B5EF4-FFF2-40B4-BE49-F238E27FC236}">
                <a16:creationId xmlns:a16="http://schemas.microsoft.com/office/drawing/2014/main" id="{6A67DD2F-3D33-43C4-CFF6-CEEA0CE962F0}"/>
              </a:ext>
            </a:extLst>
          </p:cNvPr>
          <p:cNvPicPr>
            <a:picLocks noChangeAspect="1"/>
          </p:cNvPicPr>
          <p:nvPr/>
        </p:nvPicPr>
        <p:blipFill>
          <a:blip r:embed="rId2"/>
          <a:stretch>
            <a:fillRect/>
          </a:stretch>
        </p:blipFill>
        <p:spPr>
          <a:xfrm>
            <a:off x="913677" y="509290"/>
            <a:ext cx="10364646" cy="4258269"/>
          </a:xfrm>
          <a:prstGeom prst="rect">
            <a:avLst/>
          </a:prstGeom>
        </p:spPr>
      </p:pic>
    </p:spTree>
    <p:extLst>
      <p:ext uri="{BB962C8B-B14F-4D97-AF65-F5344CB8AC3E}">
        <p14:creationId xmlns:p14="http://schemas.microsoft.com/office/powerpoint/2010/main" val="35398770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0CCB68-DE8A-D73C-D39D-B4E882574FA4}"/>
              </a:ext>
            </a:extLst>
          </p:cNvPr>
          <p:cNvSpPr>
            <a:spLocks noGrp="1"/>
          </p:cNvSpPr>
          <p:nvPr>
            <p:ph type="title"/>
          </p:nvPr>
        </p:nvSpPr>
        <p:spPr/>
        <p:txBody>
          <a:bodyPr/>
          <a:lstStyle/>
          <a:p>
            <a:r>
              <a:rPr lang="es-MX" dirty="0"/>
              <a:t>3.1 </a:t>
            </a:r>
            <a:r>
              <a:rPr lang="es-MX" dirty="0" err="1"/>
              <a:t>BERTScore</a:t>
            </a:r>
            <a:endParaRPr lang="es-MX" dirty="0"/>
          </a:p>
        </p:txBody>
      </p:sp>
      <p:sp>
        <p:nvSpPr>
          <p:cNvPr id="3" name="Marcador de contenido 2">
            <a:extLst>
              <a:ext uri="{FF2B5EF4-FFF2-40B4-BE49-F238E27FC236}">
                <a16:creationId xmlns:a16="http://schemas.microsoft.com/office/drawing/2014/main" id="{563660C6-D702-E5C9-E521-B4D7418BAB74}"/>
              </a:ext>
            </a:extLst>
          </p:cNvPr>
          <p:cNvSpPr>
            <a:spLocks noGrp="1"/>
          </p:cNvSpPr>
          <p:nvPr>
            <p:ph idx="1"/>
          </p:nvPr>
        </p:nvSpPr>
        <p:spPr/>
        <p:txBody>
          <a:bodyPr/>
          <a:lstStyle/>
          <a:p>
            <a:pPr marL="0" indent="0">
              <a:buNone/>
            </a:pPr>
            <a:r>
              <a:rPr lang="en-US" dirty="0"/>
              <a:t>Computes contextual embeddings (e.g., BERT) for candidate and reference tokens and measure cosine similarity.</a:t>
            </a:r>
          </a:p>
          <a:p>
            <a:pPr marL="0" indent="0">
              <a:buNone/>
            </a:pPr>
            <a:endParaRPr lang="en-US" dirty="0"/>
          </a:p>
          <a:p>
            <a:pPr marL="0" indent="0">
              <a:buNone/>
            </a:pPr>
            <a:r>
              <a:rPr lang="en-US" dirty="0"/>
              <a:t>For each token find the most similar token in the reference. Aggregate precision and recall.</a:t>
            </a:r>
          </a:p>
          <a:p>
            <a:pPr marL="0" indent="0">
              <a:buNone/>
            </a:pPr>
            <a:endParaRPr lang="es-MX" dirty="0"/>
          </a:p>
        </p:txBody>
      </p:sp>
      <p:sp>
        <p:nvSpPr>
          <p:cNvPr id="4" name="Rectangle 1">
            <a:extLst>
              <a:ext uri="{FF2B5EF4-FFF2-40B4-BE49-F238E27FC236}">
                <a16:creationId xmlns:a16="http://schemas.microsoft.com/office/drawing/2014/main" id="{92676580-2872-38E6-1DC4-73D0FE9AB97B}"/>
              </a:ext>
            </a:extLst>
          </p:cNvPr>
          <p:cNvSpPr>
            <a:spLocks noChangeArrowheads="1"/>
          </p:cNvSpPr>
          <p:nvPr/>
        </p:nvSpPr>
        <p:spPr bwMode="auto">
          <a:xfrm>
            <a:off x="838200" y="4410760"/>
            <a:ext cx="321434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Captures </a:t>
            </a:r>
            <a:r>
              <a:rPr kumimoji="0" lang="es-MX" altLang="es-MX" sz="1800" b="0" i="0" u="none" strike="noStrike" cap="none" normalizeH="0" baseline="0" dirty="0" err="1">
                <a:ln>
                  <a:noFill/>
                </a:ln>
                <a:solidFill>
                  <a:schemeClr val="tx1"/>
                </a:solidFill>
                <a:effectLst/>
                <a:latin typeface="Arial" panose="020B0604020202020204" pitchFamily="34" charset="0"/>
              </a:rPr>
              <a:t>semantic</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similarity</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Robust</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to</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paraphrasing</a:t>
            </a: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FADD5870-737B-49C4-3D35-F773A3418EDD}"/>
              </a:ext>
            </a:extLst>
          </p:cNvPr>
          <p:cNvSpPr>
            <a:spLocks noChangeArrowheads="1"/>
          </p:cNvSpPr>
          <p:nvPr/>
        </p:nvSpPr>
        <p:spPr bwMode="auto">
          <a:xfrm>
            <a:off x="847725" y="4971366"/>
            <a:ext cx="347082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Computationally</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expensive</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Depends</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on</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embedding</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model</a:t>
            </a: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279376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842389-66EE-6CBA-96F0-276310A6FA29}"/>
              </a:ext>
            </a:extLst>
          </p:cNvPr>
          <p:cNvSpPr>
            <a:spLocks noGrp="1"/>
          </p:cNvSpPr>
          <p:nvPr>
            <p:ph type="title"/>
          </p:nvPr>
        </p:nvSpPr>
        <p:spPr/>
        <p:txBody>
          <a:bodyPr/>
          <a:lstStyle/>
          <a:p>
            <a:r>
              <a:rPr lang="es-MX" dirty="0"/>
              <a:t>4. </a:t>
            </a:r>
            <a:r>
              <a:rPr lang="es-MX" dirty="0" err="1"/>
              <a:t>Task-Specific</a:t>
            </a:r>
            <a:r>
              <a:rPr lang="es-MX" dirty="0"/>
              <a:t> </a:t>
            </a:r>
            <a:r>
              <a:rPr lang="es-MX" dirty="0" err="1"/>
              <a:t>Metrics</a:t>
            </a:r>
            <a:endParaRPr lang="es-MX"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3C4877B-85B8-944A-5069-0005AE9F8E23}"/>
                  </a:ext>
                </a:extLst>
              </p:cNvPr>
              <p:cNvSpPr>
                <a:spLocks noGrp="1"/>
              </p:cNvSpPr>
              <p:nvPr>
                <p:ph idx="1"/>
              </p:nvPr>
            </p:nvSpPr>
            <p:spPr/>
            <p:txBody>
              <a:bodyPr/>
              <a:lstStyle/>
              <a:p>
                <a:r>
                  <a:rPr lang="es-MX" b="1" dirty="0" err="1"/>
                  <a:t>Exact</a:t>
                </a:r>
                <a:r>
                  <a:rPr lang="es-MX" b="1" dirty="0"/>
                  <a:t> Match (EM): </a:t>
                </a:r>
                <a:r>
                  <a:rPr lang="es-MX" dirty="0"/>
                  <a:t>Used in extractive QA, </a:t>
                </a:r>
                <a:r>
                  <a:rPr lang="es-MX" dirty="0" err="1"/>
                  <a:t>Strict</a:t>
                </a:r>
                <a:r>
                  <a:rPr lang="es-MX" dirty="0"/>
                  <a:t> and interpretable, </a:t>
                </a:r>
                <a:r>
                  <a:rPr lang="es-MX" dirty="0" err="1"/>
                  <a:t>Penalizes</a:t>
                </a:r>
                <a:r>
                  <a:rPr lang="es-MX" dirty="0"/>
                  <a:t> </a:t>
                </a:r>
                <a:r>
                  <a:rPr lang="es-MX" dirty="0" err="1"/>
                  <a:t>equivalent</a:t>
                </a:r>
                <a:r>
                  <a:rPr lang="es-MX" dirty="0"/>
                  <a:t> </a:t>
                </a:r>
                <a:r>
                  <a:rPr lang="es-MX" dirty="0" err="1"/>
                  <a:t>reformulations</a:t>
                </a:r>
                <a:r>
                  <a:rPr lang="es-MX" dirty="0"/>
                  <a:t>.</a:t>
                </a:r>
              </a:p>
              <a:p>
                <a:pPr marL="0" indent="0">
                  <a:buNone/>
                </a:pPr>
                <a:endParaRPr lang="es-MX" b="1" dirty="0"/>
              </a:p>
              <a:p>
                <a:pPr marL="0" indent="0">
                  <a:buNone/>
                </a:pPr>
                <a14:m>
                  <m:oMathPara xmlns:m="http://schemas.openxmlformats.org/officeDocument/2006/math">
                    <m:oMathParaPr>
                      <m:jc m:val="centerGroup"/>
                    </m:oMathParaPr>
                    <m:oMath xmlns:m="http://schemas.openxmlformats.org/officeDocument/2006/math">
                      <m:r>
                        <a:rPr lang="es-MX" i="1">
                          <a:latin typeface="Cambria Math" panose="02040503050406030204" pitchFamily="18" charset="0"/>
                        </a:rPr>
                        <m:t>𝐸𝑀</m:t>
                      </m:r>
                      <m:r>
                        <a:rPr lang="es-MX">
                          <a:latin typeface="Cambria Math" panose="02040503050406030204" pitchFamily="18" charset="0"/>
                        </a:rPr>
                        <m:t>=</m:t>
                      </m:r>
                      <m:f>
                        <m:fPr>
                          <m:ctrlPr>
                            <a:rPr lang="ar-AE" i="1">
                              <a:latin typeface="Cambria Math" panose="02040503050406030204" pitchFamily="18" charset="0"/>
                            </a:rPr>
                          </m:ctrlPr>
                        </m:fPr>
                        <m:num>
                          <m:r>
                            <m:rPr>
                              <m:nor/>
                            </m:rPr>
                            <a:rPr lang="es-MX" i="1"/>
                            <m:t>exact</m:t>
                          </m:r>
                          <m:r>
                            <m:rPr>
                              <m:nor/>
                            </m:rPr>
                            <a:rPr lang="es-MX" i="1"/>
                            <m:t> </m:t>
                          </m:r>
                          <m:r>
                            <m:rPr>
                              <m:nor/>
                            </m:rPr>
                            <a:rPr lang="es-MX" i="1"/>
                            <m:t>matches</m:t>
                          </m:r>
                        </m:num>
                        <m:den>
                          <m:r>
                            <m:rPr>
                              <m:nor/>
                            </m:rPr>
                            <a:rPr lang="es-MX" i="1"/>
                            <m:t>total</m:t>
                          </m:r>
                          <m:r>
                            <m:rPr>
                              <m:nor/>
                            </m:rPr>
                            <a:rPr lang="es-MX" i="1"/>
                            <m:t> </m:t>
                          </m:r>
                          <m:r>
                            <m:rPr>
                              <m:nor/>
                            </m:rPr>
                            <a:rPr lang="es-MX" i="1"/>
                            <m:t>samples</m:t>
                          </m:r>
                        </m:den>
                      </m:f>
                    </m:oMath>
                  </m:oMathPara>
                </a14:m>
                <a:endParaRPr lang="ar-AE" b="0" dirty="0"/>
              </a:p>
              <a:p>
                <a:r>
                  <a:rPr lang="es-MX" dirty="0"/>
                  <a:t>F1 Score (Token-</a:t>
                </a:r>
                <a:r>
                  <a:rPr lang="es-MX" dirty="0" err="1"/>
                  <a:t>Level</a:t>
                </a:r>
                <a:r>
                  <a:rPr lang="es-MX" dirty="0"/>
                  <a:t>)</a:t>
                </a:r>
              </a:p>
              <a:p>
                <a:r>
                  <a:rPr lang="es-MX" dirty="0" err="1"/>
                  <a:t>Accuracy</a:t>
                </a:r>
                <a:endParaRPr lang="es-MX" dirty="0"/>
              </a:p>
            </p:txBody>
          </p:sp>
        </mc:Choice>
        <mc:Fallback xmlns="">
          <p:sp>
            <p:nvSpPr>
              <p:cNvPr id="3" name="Marcador de contenido 2">
                <a:extLst>
                  <a:ext uri="{FF2B5EF4-FFF2-40B4-BE49-F238E27FC236}">
                    <a16:creationId xmlns:a16="http://schemas.microsoft.com/office/drawing/2014/main" id="{43C4877B-85B8-944A-5069-0005AE9F8E23}"/>
                  </a:ext>
                </a:extLst>
              </p:cNvPr>
              <p:cNvSpPr>
                <a:spLocks noGrp="1" noRot="1" noChangeAspect="1" noMove="1" noResize="1" noEditPoints="1" noAdjustHandles="1" noChangeArrowheads="1" noChangeShapeType="1" noTextEdit="1"/>
              </p:cNvSpPr>
              <p:nvPr>
                <p:ph idx="1"/>
              </p:nvPr>
            </p:nvSpPr>
            <p:spPr>
              <a:blipFill>
                <a:blip r:embed="rId2"/>
                <a:stretch>
                  <a:fillRect l="-1043" t="-2381" r="-812"/>
                </a:stretch>
              </a:blipFill>
            </p:spPr>
            <p:txBody>
              <a:bodyPr/>
              <a:lstStyle/>
              <a:p>
                <a:r>
                  <a:rPr lang="es-MX">
                    <a:noFill/>
                  </a:rPr>
                  <a:t> </a:t>
                </a:r>
              </a:p>
            </p:txBody>
          </p:sp>
        </mc:Fallback>
      </mc:AlternateContent>
    </p:spTree>
    <p:extLst>
      <p:ext uri="{BB962C8B-B14F-4D97-AF65-F5344CB8AC3E}">
        <p14:creationId xmlns:p14="http://schemas.microsoft.com/office/powerpoint/2010/main" val="36760937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9CF1DF-6699-27FC-9A1D-972DACE5ABA9}"/>
              </a:ext>
            </a:extLst>
          </p:cNvPr>
          <p:cNvSpPr>
            <a:spLocks noGrp="1"/>
          </p:cNvSpPr>
          <p:nvPr>
            <p:ph type="title"/>
          </p:nvPr>
        </p:nvSpPr>
        <p:spPr/>
        <p:txBody>
          <a:bodyPr/>
          <a:lstStyle/>
          <a:p>
            <a:r>
              <a:rPr lang="es-MX" dirty="0"/>
              <a:t>5. Human </a:t>
            </a:r>
            <a:r>
              <a:rPr lang="es-MX" dirty="0" err="1"/>
              <a:t>Evaluation</a:t>
            </a:r>
            <a:endParaRPr lang="es-MX" dirty="0"/>
          </a:p>
        </p:txBody>
      </p:sp>
      <p:sp>
        <p:nvSpPr>
          <p:cNvPr id="4" name="Rectangle 1">
            <a:extLst>
              <a:ext uri="{FF2B5EF4-FFF2-40B4-BE49-F238E27FC236}">
                <a16:creationId xmlns:a16="http://schemas.microsoft.com/office/drawing/2014/main" id="{D4B59E4E-84F7-96B3-63D9-D0DD2EBDE437}"/>
              </a:ext>
            </a:extLst>
          </p:cNvPr>
          <p:cNvSpPr>
            <a:spLocks noGrp="1" noChangeArrowheads="1"/>
          </p:cNvSpPr>
          <p:nvPr>
            <p:ph idx="1"/>
          </p:nvPr>
        </p:nvSpPr>
        <p:spPr bwMode="auto">
          <a:xfrm>
            <a:off x="838200" y="1739140"/>
            <a:ext cx="97155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err="1">
                <a:ln>
                  <a:noFill/>
                </a:ln>
                <a:solidFill>
                  <a:schemeClr val="tx1"/>
                </a:solidFill>
                <a:effectLst/>
                <a:latin typeface="Arial" panose="020B0604020202020204" pitchFamily="34" charset="0"/>
              </a:rPr>
              <a:t>Fluency</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err="1">
                <a:ln>
                  <a:noFill/>
                </a:ln>
                <a:solidFill>
                  <a:schemeClr val="tx1"/>
                </a:solidFill>
                <a:effectLst/>
                <a:latin typeface="Arial" panose="020B0604020202020204" pitchFamily="34" charset="0"/>
              </a:rPr>
              <a:t>Coherence</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err="1">
                <a:ln>
                  <a:noFill/>
                </a:ln>
                <a:solidFill>
                  <a:schemeClr val="tx1"/>
                </a:solidFill>
                <a:effectLst/>
                <a:latin typeface="Arial" panose="020B0604020202020204" pitchFamily="34" charset="0"/>
              </a:rPr>
              <a:t>Relevance</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err="1">
                <a:ln>
                  <a:noFill/>
                </a:ln>
                <a:solidFill>
                  <a:schemeClr val="tx1"/>
                </a:solidFill>
                <a:effectLst/>
                <a:latin typeface="Arial" panose="020B0604020202020204" pitchFamily="34" charset="0"/>
              </a:rPr>
              <a:t>Factuality</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err="1">
                <a:ln>
                  <a:noFill/>
                </a:ln>
                <a:solidFill>
                  <a:schemeClr val="tx1"/>
                </a:solidFill>
                <a:effectLst/>
                <a:latin typeface="Arial" panose="020B0604020202020204" pitchFamily="34" charset="0"/>
              </a:rPr>
              <a:t>Helpfulness</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err="1">
                <a:ln>
                  <a:noFill/>
                </a:ln>
                <a:solidFill>
                  <a:schemeClr val="tx1"/>
                </a:solidFill>
                <a:effectLst/>
                <a:latin typeface="Arial" panose="020B0604020202020204" pitchFamily="34" charset="0"/>
              </a:rPr>
              <a:t>Harmlessness</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1800" dirty="0">
              <a:latin typeface="Arial" panose="020B0604020202020204" pitchFamily="34" charset="0"/>
            </a:endParaRPr>
          </a:p>
          <a:p>
            <a:pPr marL="0" lvl="0" indent="0" eaLnBrk="0" fontAlgn="base" hangingPunct="0">
              <a:lnSpc>
                <a:spcPct val="100000"/>
              </a:lnSpc>
              <a:spcBef>
                <a:spcPct val="0"/>
              </a:spcBef>
              <a:spcAft>
                <a:spcPct val="0"/>
              </a:spcAft>
              <a:buNone/>
            </a:pPr>
            <a:r>
              <a:rPr kumimoji="0" lang="es-MX" altLang="es-MX" sz="1800" b="0" i="0" u="none" strike="noStrike" cap="none" normalizeH="0" baseline="0" dirty="0" err="1">
                <a:ln>
                  <a:noFill/>
                </a:ln>
                <a:solidFill>
                  <a:schemeClr val="tx1"/>
                </a:solidFill>
                <a:effectLst/>
                <a:latin typeface="Arial" panose="020B0604020202020204" pitchFamily="34" charset="0"/>
              </a:rPr>
              <a:t>Scales</a:t>
            </a:r>
            <a:r>
              <a:rPr kumimoji="0" lang="es-MX" altLang="es-MX" sz="1800" b="0" i="0" u="none" strike="noStrike" cap="none" normalizeH="0" baseline="0" dirty="0">
                <a:ln>
                  <a:noFill/>
                </a:ln>
                <a:solidFill>
                  <a:schemeClr val="tx1"/>
                </a:solidFill>
                <a:effectLst/>
                <a:latin typeface="Arial" panose="020B0604020202020204" pitchFamily="34" charset="0"/>
              </a:rPr>
              <a:t>: </a:t>
            </a:r>
            <a:r>
              <a:rPr lang="es-MX" sz="1800" dirty="0" err="1"/>
              <a:t>Pairwise</a:t>
            </a:r>
            <a:r>
              <a:rPr lang="es-MX" sz="1800" dirty="0"/>
              <a:t> ranking, </a:t>
            </a:r>
            <a:r>
              <a:rPr lang="es-MX" sz="1800" dirty="0" err="1"/>
              <a:t>Best</a:t>
            </a:r>
            <a:r>
              <a:rPr lang="es-MX" sz="1800" dirty="0"/>
              <a:t>-</a:t>
            </a:r>
            <a:r>
              <a:rPr lang="es-MX" sz="1800" dirty="0" err="1"/>
              <a:t>of</a:t>
            </a:r>
            <a:r>
              <a:rPr lang="es-MX" sz="1800" dirty="0"/>
              <a:t>-N </a:t>
            </a:r>
            <a:r>
              <a:rPr lang="es-MX" sz="1800" dirty="0" err="1"/>
              <a:t>comparison</a:t>
            </a:r>
            <a:endParaRPr lang="es-MX" sz="1800" dirty="0"/>
          </a:p>
          <a:p>
            <a:pPr marL="0" lvl="0" indent="0" eaLnBrk="0" fontAlgn="base" hangingPunct="0">
              <a:lnSpc>
                <a:spcPct val="100000"/>
              </a:lnSpc>
              <a:spcBef>
                <a:spcPct val="0"/>
              </a:spcBef>
              <a:spcAft>
                <a:spcPct val="0"/>
              </a:spcAft>
              <a:buNone/>
            </a:pP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endParaRPr lang="es-MX" altLang="es-MX" sz="1800" dirty="0">
              <a:latin typeface="Arial" panose="020B0604020202020204" pitchFamily="34" charset="0"/>
            </a:endParaRPr>
          </a:p>
          <a:p>
            <a:pPr marL="0" lvl="0" indent="0" eaLnBrk="0" fontAlgn="base" hangingPunct="0">
              <a:lnSpc>
                <a:spcPct val="100000"/>
              </a:lnSpc>
              <a:spcBef>
                <a:spcPct val="0"/>
              </a:spcBef>
              <a:spcAft>
                <a:spcPct val="0"/>
              </a:spcAft>
              <a:buNone/>
            </a:pP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endParaRPr lang="es-MX" altLang="es-MX" sz="1800" dirty="0">
              <a:latin typeface="Arial" panose="020B0604020202020204" pitchFamily="34" charset="0"/>
            </a:endParaRPr>
          </a:p>
          <a:p>
            <a:pPr marL="0" lvl="0" indent="0" eaLnBrk="0" fontAlgn="base" hangingPunct="0">
              <a:lnSpc>
                <a:spcPct val="100000"/>
              </a:lnSpc>
              <a:spcBef>
                <a:spcPct val="0"/>
              </a:spcBef>
              <a:spcAft>
                <a:spcPct val="0"/>
              </a:spcAft>
              <a:buNone/>
            </a:pP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endParaRPr lang="es-MX" altLang="es-MX" sz="1800" dirty="0">
              <a:latin typeface="Arial" panose="020B0604020202020204" pitchFamily="34" charset="0"/>
            </a:endParaRPr>
          </a:p>
          <a:p>
            <a:pPr marL="0" lvl="0" indent="0" eaLnBrk="0" fontAlgn="base" hangingPunct="0">
              <a:lnSpc>
                <a:spcPct val="100000"/>
              </a:lnSpc>
              <a:spcBef>
                <a:spcPct val="0"/>
              </a:spcBef>
              <a:spcAft>
                <a:spcPct val="0"/>
              </a:spcAft>
              <a:buNone/>
            </a:pP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926A817F-122F-79C3-A218-D69DD05042D1}"/>
              </a:ext>
            </a:extLst>
          </p:cNvPr>
          <p:cNvSpPr>
            <a:spLocks noChangeArrowheads="1"/>
          </p:cNvSpPr>
          <p:nvPr/>
        </p:nvSpPr>
        <p:spPr bwMode="auto">
          <a:xfrm>
            <a:off x="838200" y="4724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err="1">
                <a:ln>
                  <a:noFill/>
                </a:ln>
                <a:solidFill>
                  <a:schemeClr val="tx1"/>
                </a:solidFill>
                <a:effectLst/>
                <a:latin typeface="Arial" panose="020B0604020202020204" pitchFamily="34" charset="0"/>
              </a:rPr>
              <a:t>Expensive</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err="1">
                <a:ln>
                  <a:noFill/>
                </a:ln>
                <a:solidFill>
                  <a:schemeClr val="tx1"/>
                </a:solidFill>
                <a:effectLst/>
                <a:latin typeface="Arial" panose="020B0604020202020204" pitchFamily="34" charset="0"/>
              </a:rPr>
              <a:t>Noisy</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err="1">
                <a:ln>
                  <a:noFill/>
                </a:ln>
                <a:solidFill>
                  <a:schemeClr val="tx1"/>
                </a:solidFill>
                <a:effectLst/>
                <a:latin typeface="Arial" panose="020B0604020202020204" pitchFamily="34" charset="0"/>
              </a:rPr>
              <a:t>Inter-annotator</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variance</a:t>
            </a: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283868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476F2E-8849-EE48-F212-D5457DD36089}"/>
              </a:ext>
            </a:extLst>
          </p:cNvPr>
          <p:cNvSpPr>
            <a:spLocks noGrp="1"/>
          </p:cNvSpPr>
          <p:nvPr>
            <p:ph type="title"/>
          </p:nvPr>
        </p:nvSpPr>
        <p:spPr/>
        <p:txBody>
          <a:bodyPr/>
          <a:lstStyle/>
          <a:p>
            <a:r>
              <a:rPr lang="es-MX" dirty="0"/>
              <a:t>LLM-as-a-</a:t>
            </a:r>
            <a:r>
              <a:rPr lang="es-MX" dirty="0" err="1"/>
              <a:t>Judge</a:t>
            </a:r>
            <a:endParaRPr lang="es-MX" dirty="0"/>
          </a:p>
        </p:txBody>
      </p:sp>
      <p:sp>
        <p:nvSpPr>
          <p:cNvPr id="3" name="Marcador de contenido 2">
            <a:extLst>
              <a:ext uri="{FF2B5EF4-FFF2-40B4-BE49-F238E27FC236}">
                <a16:creationId xmlns:a16="http://schemas.microsoft.com/office/drawing/2014/main" id="{300749AA-E841-FB21-34A6-F88D730688F5}"/>
              </a:ext>
            </a:extLst>
          </p:cNvPr>
          <p:cNvSpPr>
            <a:spLocks noGrp="1"/>
          </p:cNvSpPr>
          <p:nvPr>
            <p:ph idx="1"/>
          </p:nvPr>
        </p:nvSpPr>
        <p:spPr>
          <a:xfrm>
            <a:off x="761999" y="1485900"/>
            <a:ext cx="10925176" cy="5143500"/>
          </a:xfrm>
        </p:spPr>
        <p:txBody>
          <a:bodyPr>
            <a:normAutofit fontScale="92500" lnSpcReduction="10000"/>
          </a:bodyPr>
          <a:lstStyle/>
          <a:p>
            <a:pPr marL="0" indent="0">
              <a:buNone/>
            </a:pPr>
            <a:r>
              <a:rPr lang="es-MX" sz="2000" dirty="0" err="1"/>
              <a:t>Using</a:t>
            </a:r>
            <a:r>
              <a:rPr lang="es-MX" sz="2000" dirty="0"/>
              <a:t> a </a:t>
            </a:r>
            <a:r>
              <a:rPr lang="es-MX" sz="2000" dirty="0" err="1"/>
              <a:t>stronger</a:t>
            </a:r>
            <a:r>
              <a:rPr lang="es-MX" sz="2000" dirty="0"/>
              <a:t> </a:t>
            </a:r>
            <a:r>
              <a:rPr lang="es-MX" sz="2000" dirty="0" err="1"/>
              <a:t>model</a:t>
            </a:r>
            <a:r>
              <a:rPr lang="es-MX" sz="2000" dirty="0"/>
              <a:t> </a:t>
            </a:r>
            <a:r>
              <a:rPr lang="es-MX" sz="2000" dirty="0" err="1"/>
              <a:t>to</a:t>
            </a:r>
            <a:r>
              <a:rPr lang="es-MX" sz="2000" dirty="0"/>
              <a:t> </a:t>
            </a:r>
            <a:r>
              <a:rPr lang="es-MX" sz="2000" dirty="0" err="1"/>
              <a:t>evaluate</a:t>
            </a:r>
            <a:r>
              <a:rPr lang="es-MX" sz="2000" dirty="0"/>
              <a:t> outputs.</a:t>
            </a:r>
          </a:p>
          <a:p>
            <a:pPr marL="0" indent="0">
              <a:buNone/>
            </a:pPr>
            <a:r>
              <a:rPr lang="es-MX" sz="2000" b="1" dirty="0" err="1"/>
              <a:t>Methods</a:t>
            </a:r>
            <a:r>
              <a:rPr lang="es-MX" sz="2000" b="1" dirty="0"/>
              <a:t>:</a:t>
            </a:r>
          </a:p>
          <a:p>
            <a:r>
              <a:rPr lang="es-MX" sz="2000" dirty="0" err="1"/>
              <a:t>Pairwise</a:t>
            </a:r>
            <a:r>
              <a:rPr lang="es-MX" sz="2000" dirty="0"/>
              <a:t> </a:t>
            </a:r>
            <a:r>
              <a:rPr lang="es-MX" sz="2000" dirty="0" err="1"/>
              <a:t>preference</a:t>
            </a:r>
            <a:endParaRPr lang="es-MX" sz="2000" dirty="0"/>
          </a:p>
          <a:p>
            <a:r>
              <a:rPr lang="es-MX" sz="2000" dirty="0" err="1"/>
              <a:t>Rubric-based</a:t>
            </a:r>
            <a:r>
              <a:rPr lang="es-MX" sz="2000" dirty="0"/>
              <a:t> </a:t>
            </a:r>
            <a:r>
              <a:rPr lang="es-MX" sz="2000" dirty="0" err="1"/>
              <a:t>scoring</a:t>
            </a:r>
            <a:endParaRPr lang="es-MX" sz="2000" dirty="0"/>
          </a:p>
          <a:p>
            <a:r>
              <a:rPr lang="es-MX" sz="2000" dirty="0" err="1"/>
              <a:t>Self-consistency</a:t>
            </a:r>
            <a:r>
              <a:rPr lang="es-MX" sz="2000" dirty="0"/>
              <a:t> </a:t>
            </a:r>
            <a:r>
              <a:rPr lang="es-MX" sz="2000" dirty="0" err="1"/>
              <a:t>voting</a:t>
            </a:r>
            <a:endParaRPr lang="es-MX" sz="2000" dirty="0"/>
          </a:p>
          <a:p>
            <a:pPr marL="0" indent="0">
              <a:buNone/>
            </a:pPr>
            <a:endParaRPr lang="es-MX" sz="2000" b="1" dirty="0"/>
          </a:p>
          <a:p>
            <a:pPr marL="0" indent="0">
              <a:buNone/>
            </a:pPr>
            <a:r>
              <a:rPr lang="es-MX" sz="2000" b="1" dirty="0" err="1"/>
              <a:t>Strengths</a:t>
            </a:r>
            <a:endParaRPr lang="es-MX" sz="2000" b="1" dirty="0"/>
          </a:p>
          <a:p>
            <a:r>
              <a:rPr lang="es-MX" sz="2000" dirty="0" err="1"/>
              <a:t>Scalable</a:t>
            </a:r>
            <a:endParaRPr lang="es-MX" sz="2000" dirty="0"/>
          </a:p>
          <a:p>
            <a:r>
              <a:rPr lang="es-MX" sz="2000" dirty="0" err="1"/>
              <a:t>Often</a:t>
            </a:r>
            <a:r>
              <a:rPr lang="es-MX" sz="2000" dirty="0"/>
              <a:t> </a:t>
            </a:r>
            <a:r>
              <a:rPr lang="es-MX" sz="2000" dirty="0" err="1"/>
              <a:t>correlates</a:t>
            </a:r>
            <a:r>
              <a:rPr lang="es-MX" sz="2000" dirty="0"/>
              <a:t> </a:t>
            </a:r>
            <a:r>
              <a:rPr lang="es-MX" sz="2000" dirty="0" err="1"/>
              <a:t>with</a:t>
            </a:r>
            <a:r>
              <a:rPr lang="es-MX" sz="2000" dirty="0"/>
              <a:t> human </a:t>
            </a:r>
            <a:r>
              <a:rPr lang="es-MX" sz="2000" dirty="0" err="1"/>
              <a:t>judgments</a:t>
            </a:r>
            <a:endParaRPr lang="es-MX" sz="2000" dirty="0"/>
          </a:p>
          <a:p>
            <a:pPr marL="0" indent="0">
              <a:buNone/>
            </a:pPr>
            <a:endParaRPr lang="es-MX" sz="2000" b="1" dirty="0"/>
          </a:p>
          <a:p>
            <a:pPr marL="0" indent="0">
              <a:buNone/>
            </a:pPr>
            <a:r>
              <a:rPr lang="es-MX" sz="2000" b="1" dirty="0" err="1"/>
              <a:t>Weaknesses</a:t>
            </a:r>
            <a:endParaRPr lang="es-MX" sz="2000" b="1" dirty="0"/>
          </a:p>
          <a:p>
            <a:r>
              <a:rPr lang="es-MX" sz="2000" dirty="0" err="1"/>
              <a:t>Bias</a:t>
            </a:r>
            <a:r>
              <a:rPr lang="es-MX" sz="2000" dirty="0"/>
              <a:t> </a:t>
            </a:r>
            <a:r>
              <a:rPr lang="es-MX" sz="2000" dirty="0" err="1"/>
              <a:t>toward</a:t>
            </a:r>
            <a:r>
              <a:rPr lang="es-MX" sz="2000" dirty="0"/>
              <a:t> similar </a:t>
            </a:r>
            <a:r>
              <a:rPr lang="es-MX" sz="2000" dirty="0" err="1"/>
              <a:t>models</a:t>
            </a:r>
            <a:endParaRPr lang="es-MX" sz="2000" dirty="0"/>
          </a:p>
          <a:p>
            <a:r>
              <a:rPr lang="es-MX" sz="2000" dirty="0" err="1"/>
              <a:t>Prompt</a:t>
            </a:r>
            <a:r>
              <a:rPr lang="es-MX" sz="2000" dirty="0"/>
              <a:t> </a:t>
            </a:r>
            <a:r>
              <a:rPr lang="es-MX" sz="2000" dirty="0" err="1"/>
              <a:t>sensitivity</a:t>
            </a:r>
            <a:endParaRPr lang="es-MX" sz="2000" dirty="0"/>
          </a:p>
          <a:p>
            <a:r>
              <a:rPr lang="es-MX" sz="2000" dirty="0" err="1"/>
              <a:t>Circularity</a:t>
            </a:r>
            <a:r>
              <a:rPr lang="es-MX" sz="2000" dirty="0"/>
              <a:t> </a:t>
            </a:r>
            <a:r>
              <a:rPr lang="es-MX" sz="2000" dirty="0" err="1"/>
              <a:t>risk</a:t>
            </a:r>
            <a:endParaRPr lang="es-MX" sz="2000" dirty="0"/>
          </a:p>
          <a:p>
            <a:endParaRPr lang="es-MX" sz="2000" dirty="0"/>
          </a:p>
        </p:txBody>
      </p:sp>
    </p:spTree>
    <p:extLst>
      <p:ext uri="{BB962C8B-B14F-4D97-AF65-F5344CB8AC3E}">
        <p14:creationId xmlns:p14="http://schemas.microsoft.com/office/powerpoint/2010/main" val="14525667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F53D9C-EC69-66CC-5467-9EE4905D4914}"/>
              </a:ext>
            </a:extLst>
          </p:cNvPr>
          <p:cNvSpPr>
            <a:spLocks noGrp="1"/>
          </p:cNvSpPr>
          <p:nvPr>
            <p:ph type="title"/>
          </p:nvPr>
        </p:nvSpPr>
        <p:spPr/>
        <p:txBody>
          <a:bodyPr/>
          <a:lstStyle/>
          <a:p>
            <a:r>
              <a:rPr lang="es-MX" dirty="0" err="1"/>
              <a:t>Preference-Based</a:t>
            </a:r>
            <a:r>
              <a:rPr lang="es-MX" dirty="0"/>
              <a:t> </a:t>
            </a:r>
            <a:r>
              <a:rPr lang="es-MX" dirty="0" err="1"/>
              <a:t>Evaluation</a:t>
            </a:r>
            <a:r>
              <a:rPr lang="es-MX" dirty="0"/>
              <a:t> (</a:t>
            </a:r>
            <a:r>
              <a:rPr lang="es-MX" dirty="0" err="1"/>
              <a:t>Alignment</a:t>
            </a:r>
            <a:r>
              <a:rPr lang="es-MX" dirty="0"/>
              <a:t> </a:t>
            </a:r>
            <a:r>
              <a:rPr lang="es-MX" dirty="0" err="1"/>
              <a:t>Metrics</a:t>
            </a:r>
            <a:r>
              <a:rPr lang="es-MX"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0A6A45A3-845C-D61B-6C4D-5B154C07594F}"/>
                  </a:ext>
                </a:extLst>
              </p:cNvPr>
              <p:cNvSpPr>
                <a:spLocks noGrp="1"/>
              </p:cNvSpPr>
              <p:nvPr>
                <p:ph idx="1"/>
              </p:nvPr>
            </p:nvSpPr>
            <p:spPr/>
            <p:txBody>
              <a:bodyPr/>
              <a:lstStyle/>
              <a:p>
                <a:pPr marL="0" indent="0">
                  <a:buNone/>
                </a:pPr>
                <a:r>
                  <a:rPr lang="en-US" dirty="0"/>
                  <a:t>Used in RLHF and DPO training.</a:t>
                </a:r>
              </a:p>
              <a:p>
                <a:pPr marL="0" indent="0">
                  <a:buNone/>
                </a:pPr>
                <a:endParaRPr lang="en-US" dirty="0"/>
              </a:p>
              <a:p>
                <a:pPr marL="0" indent="0">
                  <a:buNone/>
                </a:pPr>
                <a:r>
                  <a:rPr lang="es-MX" b="1" dirty="0" err="1"/>
                  <a:t>Win</a:t>
                </a:r>
                <a:r>
                  <a:rPr lang="es-MX" b="1" dirty="0"/>
                  <a:t> </a:t>
                </a:r>
                <a:r>
                  <a:rPr lang="es-MX" b="1" dirty="0" err="1"/>
                  <a:t>Rate</a:t>
                </a:r>
                <a:endParaRPr lang="es-MX" b="1" dirty="0"/>
              </a:p>
              <a:p>
                <a:pPr marL="0" indent="0">
                  <a:buNone/>
                </a:pPr>
                <a14:m>
                  <m:oMathPara xmlns:m="http://schemas.openxmlformats.org/officeDocument/2006/math">
                    <m:oMathParaPr>
                      <m:jc m:val="centerGroup"/>
                    </m:oMathParaPr>
                    <m:oMath xmlns:m="http://schemas.openxmlformats.org/officeDocument/2006/math">
                      <m:r>
                        <m:rPr>
                          <m:nor/>
                        </m:rPr>
                        <a:rPr lang="es-MX" b="0"/>
                        <m:t>Win</m:t>
                      </m:r>
                      <m:r>
                        <m:rPr>
                          <m:nor/>
                        </m:rPr>
                        <a:rPr lang="es-MX" b="0" i="1"/>
                        <m:t> </m:t>
                      </m:r>
                      <m:r>
                        <m:rPr>
                          <m:nor/>
                        </m:rPr>
                        <a:rPr lang="es-MX" b="0" i="1"/>
                        <m:t>Rate</m:t>
                      </m:r>
                      <m:r>
                        <a:rPr lang="es-MX">
                          <a:latin typeface="Cambria Math" panose="02040503050406030204" pitchFamily="18" charset="0"/>
                        </a:rPr>
                        <m:t>=</m:t>
                      </m:r>
                      <m:f>
                        <m:fPr>
                          <m:ctrlPr>
                            <a:rPr lang="ar-AE" i="1">
                              <a:latin typeface="Cambria Math" panose="02040503050406030204" pitchFamily="18" charset="0"/>
                            </a:rPr>
                          </m:ctrlPr>
                        </m:fPr>
                        <m:num>
                          <m:r>
                            <m:rPr>
                              <m:nor/>
                            </m:rPr>
                            <a:rPr lang="es-MX" i="1"/>
                            <m:t>wins</m:t>
                          </m:r>
                        </m:num>
                        <m:den>
                          <m:r>
                            <m:rPr>
                              <m:nor/>
                            </m:rPr>
                            <a:rPr lang="es-MX" i="1"/>
                            <m:t>wins</m:t>
                          </m:r>
                          <m:r>
                            <m:rPr>
                              <m:nor/>
                            </m:rPr>
                            <a:rPr lang="es-MX" i="1"/>
                            <m:t> + </m:t>
                          </m:r>
                          <m:r>
                            <m:rPr>
                              <m:nor/>
                            </m:rPr>
                            <a:rPr lang="es-MX" i="1"/>
                            <m:t>losses</m:t>
                          </m:r>
                        </m:den>
                      </m:f>
                    </m:oMath>
                  </m:oMathPara>
                </a14:m>
                <a:endParaRPr lang="ar-AE" b="0" dirty="0"/>
              </a:p>
              <a:p>
                <a:pPr marL="0" indent="0">
                  <a:buNone/>
                </a:pPr>
                <a:endParaRPr lang="es-MX" dirty="0"/>
              </a:p>
              <a:p>
                <a:pPr marL="0" indent="0">
                  <a:buNone/>
                </a:pPr>
                <a:r>
                  <a:rPr lang="es-MX" dirty="0"/>
                  <a:t>Used in </a:t>
                </a:r>
                <a:r>
                  <a:rPr lang="es-MX" dirty="0" err="1"/>
                  <a:t>pairwise</a:t>
                </a:r>
                <a:r>
                  <a:rPr lang="es-MX" dirty="0"/>
                  <a:t> </a:t>
                </a:r>
                <a:r>
                  <a:rPr lang="es-MX" dirty="0" err="1"/>
                  <a:t>comparison</a:t>
                </a:r>
                <a:r>
                  <a:rPr lang="es-MX" dirty="0"/>
                  <a:t> </a:t>
                </a:r>
                <a:r>
                  <a:rPr lang="es-MX" dirty="0" err="1"/>
                  <a:t>settings</a:t>
                </a:r>
                <a:r>
                  <a:rPr lang="es-MX" dirty="0"/>
                  <a:t>.</a:t>
                </a:r>
              </a:p>
              <a:p>
                <a:pPr marL="0" indent="0">
                  <a:buNone/>
                </a:pPr>
                <a:endParaRPr lang="es-MX" dirty="0"/>
              </a:p>
            </p:txBody>
          </p:sp>
        </mc:Choice>
        <mc:Fallback xmlns="">
          <p:sp>
            <p:nvSpPr>
              <p:cNvPr id="3" name="Marcador de contenido 2">
                <a:extLst>
                  <a:ext uri="{FF2B5EF4-FFF2-40B4-BE49-F238E27FC236}">
                    <a16:creationId xmlns:a16="http://schemas.microsoft.com/office/drawing/2014/main" id="{0A6A45A3-845C-D61B-6C4D-5B154C07594F}"/>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s-MX">
                    <a:noFill/>
                  </a:rPr>
                  <a:t> </a:t>
                </a:r>
              </a:p>
            </p:txBody>
          </p:sp>
        </mc:Fallback>
      </mc:AlternateContent>
    </p:spTree>
    <p:extLst>
      <p:ext uri="{BB962C8B-B14F-4D97-AF65-F5344CB8AC3E}">
        <p14:creationId xmlns:p14="http://schemas.microsoft.com/office/powerpoint/2010/main" val="36060729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6724</TotalTime>
  <Words>3217</Words>
  <Application>Microsoft Office PowerPoint</Application>
  <PresentationFormat>Panorámica</PresentationFormat>
  <Paragraphs>390</Paragraphs>
  <Slides>55</Slides>
  <Notes>0</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55</vt:i4>
      </vt:variant>
    </vt:vector>
  </HeadingPairs>
  <TitlesOfParts>
    <vt:vector size="66" baseType="lpstr">
      <vt:lpstr>Aptos</vt:lpstr>
      <vt:lpstr>Aptos Display</vt:lpstr>
      <vt:lpstr>Arial</vt:lpstr>
      <vt:lpstr>Cambria Math</vt:lpstr>
      <vt:lpstr>Charter</vt:lpstr>
      <vt:lpstr>Google Sans</vt:lpstr>
      <vt:lpstr>Google Sans Text</vt:lpstr>
      <vt:lpstr>Helvetica</vt:lpstr>
      <vt:lpstr>sohne</vt:lpstr>
      <vt:lpstr>source-serif-pro</vt:lpstr>
      <vt:lpstr>Tema de Office</vt:lpstr>
      <vt:lpstr>From Embeddings to LLMs</vt:lpstr>
      <vt:lpstr>Word2Vec</vt:lpstr>
      <vt:lpstr>Vector Arithmetic</vt:lpstr>
      <vt:lpstr>Embeddings</vt:lpstr>
      <vt:lpstr>Presentación de PowerPoint</vt:lpstr>
      <vt:lpstr>Presentación de PowerPoint</vt:lpstr>
      <vt:lpstr>Embedding example</vt:lpstr>
      <vt:lpstr>Similarity based on the cosine distance [-1,1]</vt:lpstr>
      <vt:lpstr>Similarity based on the cosine distance [-1,1]</vt:lpstr>
      <vt:lpstr>Presentación de PowerPoint</vt:lpstr>
      <vt:lpstr>Vector Databases</vt:lpstr>
      <vt:lpstr>Vector Databases Comparison Parameters</vt:lpstr>
      <vt:lpstr>LLM</vt:lpstr>
      <vt:lpstr>A token</vt:lpstr>
      <vt:lpstr>Presentación de PowerPoint</vt:lpstr>
      <vt:lpstr>Why Tokenization Matters in LLMs</vt:lpstr>
      <vt:lpstr>What Is an n-Gram?</vt:lpstr>
      <vt:lpstr>Example</vt:lpstr>
      <vt:lpstr>Subword Tokenization in Modern LLMs</vt:lpstr>
      <vt:lpstr>Why BPE Works </vt:lpstr>
      <vt:lpstr>Transformer architecture and its evolution</vt:lpstr>
      <vt:lpstr>Presentación de PowerPoint</vt:lpstr>
      <vt:lpstr>Presentación de PowerPoint</vt:lpstr>
      <vt:lpstr>How do Transformer models process language?</vt:lpstr>
      <vt:lpstr>Presentación de PowerPoint</vt:lpstr>
      <vt:lpstr>Presentación de PowerPoint</vt:lpstr>
      <vt:lpstr>Presentación de PowerPoint</vt:lpstr>
      <vt:lpstr>Sub word and Multi words tokens</vt:lpstr>
      <vt:lpstr>Tokenization (Byte Pair Encoding (BPE))</vt:lpstr>
      <vt:lpstr>Unigram Language Model</vt:lpstr>
      <vt:lpstr>WordPiece</vt:lpstr>
      <vt:lpstr>Comparative Insights</vt:lpstr>
      <vt:lpstr>Types of Pre-training of LLMs</vt:lpstr>
      <vt:lpstr>BERT: Bidirectional Encoder Representations from Transformers</vt:lpstr>
      <vt:lpstr>Fine-tuning of LLMs</vt:lpstr>
      <vt:lpstr>Fine tuneable LLMs</vt:lpstr>
      <vt:lpstr>Presentación de PowerPoint</vt:lpstr>
      <vt:lpstr>Loss Functions and Metrics</vt:lpstr>
      <vt:lpstr>Optimization techniques in LLMs?</vt:lpstr>
      <vt:lpstr>Presentación de PowerPoint</vt:lpstr>
      <vt:lpstr>How is prompt engineering used to guide LLM behavior</vt:lpstr>
      <vt:lpstr>key emerging capabilities of LLMs</vt:lpstr>
      <vt:lpstr>Presentación de PowerPoint</vt:lpstr>
      <vt:lpstr>Metrics in LLMs</vt:lpstr>
      <vt:lpstr>1.1 Cross-Entropy Loss</vt:lpstr>
      <vt:lpstr>1.2 Perplexity (PPL)</vt:lpstr>
      <vt:lpstr>2.1 BLEU (Bilingual Evaluation Understudy)</vt:lpstr>
      <vt:lpstr>2.2 ROUGE</vt:lpstr>
      <vt:lpstr>2.3 METEOR</vt:lpstr>
      <vt:lpstr>Presentación de PowerPoint</vt:lpstr>
      <vt:lpstr>3.1 BERTScore</vt:lpstr>
      <vt:lpstr>4. Task-Specific Metrics</vt:lpstr>
      <vt:lpstr>5. Human Evaluation</vt:lpstr>
      <vt:lpstr>LLM-as-a-Judge</vt:lpstr>
      <vt:lpstr>Preference-Based Evaluation (Alignment Metrics)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Robert Ballesteros Parra</dc:creator>
  <cp:lastModifiedBy>John Robert Ballesteros Parra</cp:lastModifiedBy>
  <cp:revision>126</cp:revision>
  <dcterms:created xsi:type="dcterms:W3CDTF">2025-06-04T11:46:00Z</dcterms:created>
  <dcterms:modified xsi:type="dcterms:W3CDTF">2026-02-13T15:08:02Z</dcterms:modified>
</cp:coreProperties>
</file>